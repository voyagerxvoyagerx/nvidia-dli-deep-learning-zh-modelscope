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1" r:id="rId6"/>
    <p:sldMasterId id="2147483653" r:id="rId7"/>
  </p:sldMasterIdLst>
  <p:notesMasterIdLst>
    <p:notesMasterId r:id="rId8"/>
  </p:notesMasterIdLst>
  <p:sldIdLst>
    <p:sldId id="285" r:id="rId47"/>
    <p:sldId id="286" r:id="rId48"/>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Lst>
  <p:sldSz cy="6172200" cx="10972800"/>
  <p:notesSz cx="7010400" cy="9296400"/>
  <p:embeddedFontLst>
    <p:embeddedFont>
      <p:font typeface="Noto Sans"/>
      <p:regular r:id="rId38"/>
      <p:bold r:id="rId39"/>
      <p:italic r:id="rId40"/>
      <p:boldItalic r:id="rId41"/>
    </p:embeddedFont>
    <p:embeddedFont>
      <p:font typeface="Open Sans"/>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defaultTextStyle>
  <p:extLst>
    <p:ext uri="{EFAFB233-063F-42B5-8137-9DF3F51BA10A}">
      <p15:sldGuideLst>
        <p15:guide id="1" orient="horz" pos="1316">
          <p15:clr>
            <a:srgbClr val="A4A3A4"/>
          </p15:clr>
        </p15:guide>
        <p15:guide id="2" orient="horz" pos="3050">
          <p15:clr>
            <a:srgbClr val="A4A3A4"/>
          </p15:clr>
        </p15:guide>
        <p15:guide id="3" orient="horz" pos="3189">
          <p15:clr>
            <a:srgbClr val="A4A3A4"/>
          </p15:clr>
        </p15:guide>
        <p15:guide id="4" pos="5455">
          <p15:clr>
            <a:srgbClr val="A4A3A4"/>
          </p15:clr>
        </p15:guide>
        <p15:guide id="5" orient="horz" pos="975">
          <p15:clr>
            <a:srgbClr val="A4A3A4"/>
          </p15:clr>
        </p15:guide>
        <p15:guide id="6" pos="3457">
          <p15:clr>
            <a:srgbClr val="A4A3A4"/>
          </p15:clr>
        </p15:guide>
      </p15:sldGuideLst>
    </p:ext>
    <p:ext uri="{2D200454-40CA-4A62-9FC3-DE9A4176ACB9}">
      <p15:notesGuideLst>
        <p15:guide id="1" orient="horz" pos="2928">
          <p15:clr>
            <a:srgbClr val="A4A3A4"/>
          </p15:clr>
        </p15:guide>
        <p15:guide id="2" pos="2208">
          <p15:clr>
            <a:srgbClr val="A4A3A4"/>
          </p15:clr>
        </p15:guide>
      </p15:notesGuideLst>
    </p:ext>
    <p:ext uri="GoogleSlidesCustomDataVersion2">
      <go:slidesCustomData xmlns:go="http://customooxmlschemas.google.com/" r:id="rId46" roundtripDataSignature="AMtx7mgHTKXwOmX8NWdVaIYPToC58Sud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2C8CB8B-E5CB-499C-984B-79234ABCCBC8}">
  <a:tblStyle styleId="{12C8CB8B-E5CB-499C-984B-79234ABCCBC8}" styleName="Table_0">
    <a:wholeTbl>
      <a:tcTxStyle b="off" i="off">
        <a:font>
          <a:latin typeface="Open Sans"/>
          <a:ea typeface="Noto Sans SC"/>
          <a:cs typeface="Open San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BF5"/>
          </a:solidFill>
        </a:fill>
      </a:tcStyle>
    </a:wholeTbl>
    <a:band1H>
      <a:tcTxStyle b="off" i="off"/>
      <a:tcStyle>
        <a:fill>
          <a:solidFill>
            <a:srgbClr val="CAD4EA"/>
          </a:solidFill>
        </a:fill>
      </a:tcStyle>
    </a:band1H>
    <a:band2H>
      <a:tcTxStyle b="off" i="off"/>
    </a:band2H>
    <a:band1V>
      <a:tcTxStyle b="off" i="off"/>
      <a:tcStyle>
        <a:fill>
          <a:solidFill>
            <a:srgbClr val="CAD4EA"/>
          </a:solidFill>
        </a:fill>
      </a:tcStyle>
    </a:band1V>
    <a:band2V>
      <a:tcTxStyle b="off" i="off"/>
    </a:band2V>
    <a:lastCol>
      <a:tcTxStyle b="on" i="off">
        <a:font>
          <a:latin typeface="Open Sans"/>
          <a:ea typeface="Noto Sans SC"/>
          <a:cs typeface="Open Sans"/>
        </a:font>
        <a:schemeClr val="lt1"/>
      </a:tcTxStyle>
      <a:tcStyle>
        <a:fill>
          <a:solidFill>
            <a:schemeClr val="accent1"/>
          </a:solidFill>
        </a:fill>
      </a:tcStyle>
    </a:lastCol>
    <a:firstCol>
      <a:tcTxStyle b="on" i="off">
        <a:font>
          <a:latin typeface="Open Sans"/>
          <a:ea typeface="Noto Sans SC"/>
          <a:cs typeface="Open Sans"/>
        </a:font>
        <a:schemeClr val="lt1"/>
      </a:tcTxStyle>
      <a:tcStyle>
        <a:fill>
          <a:solidFill>
            <a:schemeClr val="accent1"/>
          </a:solidFill>
        </a:fill>
      </a:tcStyle>
    </a:firstCol>
    <a:lastRow>
      <a:tcTxStyle b="on" i="off">
        <a:font>
          <a:latin typeface="Open Sans"/>
          <a:ea typeface="Noto Sans SC"/>
          <a:cs typeface="Open San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Open Sans"/>
          <a:ea typeface="Noto Sans SC"/>
          <a:cs typeface="Open San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D61526BD-76AD-4060-A7A6-3F2923E6661E}" styleName="Table_1">
    <a:wholeTbl>
      <a:tcTxStyle b="off" i="off">
        <a:font>
          <a:latin typeface="Open Sans"/>
          <a:ea typeface="Noto Sans SC"/>
          <a:cs typeface="Open San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BF5"/>
          </a:solidFill>
        </a:fill>
      </a:tcStyle>
    </a:wholeTbl>
    <a:band1H>
      <a:tcTxStyle/>
      <a:tcStyle>
        <a:fill>
          <a:solidFill>
            <a:srgbClr val="CAD4EA"/>
          </a:solidFill>
        </a:fill>
      </a:tcStyle>
    </a:band1H>
    <a:band2H>
      <a:tcTxStyle/>
    </a:band2H>
    <a:band1V>
      <a:tcTxStyle/>
      <a:tcStyle>
        <a:fill>
          <a:solidFill>
            <a:srgbClr val="CAD4EA"/>
          </a:solidFill>
        </a:fill>
      </a:tcStyle>
    </a:band1V>
    <a:band2V>
      <a:tcTxStyle/>
    </a:band2V>
    <a:lastCol>
      <a:tcTxStyle b="on" i="off">
        <a:font>
          <a:latin typeface="Open Sans"/>
          <a:ea typeface="Noto Sans SC"/>
          <a:cs typeface="Open Sans"/>
        </a:font>
        <a:schemeClr val="lt1"/>
      </a:tcTxStyle>
      <a:tcStyle>
        <a:fill>
          <a:solidFill>
            <a:schemeClr val="accent1"/>
          </a:solidFill>
        </a:fill>
      </a:tcStyle>
    </a:lastCol>
    <a:firstCol>
      <a:tcTxStyle b="on" i="off">
        <a:font>
          <a:latin typeface="Open Sans"/>
          <a:ea typeface="Noto Sans SC"/>
          <a:cs typeface="Open Sans"/>
        </a:font>
        <a:schemeClr val="lt1"/>
      </a:tcTxStyle>
      <a:tcStyle>
        <a:fill>
          <a:solidFill>
            <a:schemeClr val="accent1"/>
          </a:solidFill>
        </a:fill>
      </a:tcStyle>
    </a:firstCol>
    <a:lastRow>
      <a:tcTxStyle b="on" i="off">
        <a:font>
          <a:latin typeface="Open Sans"/>
          <a:ea typeface="Noto Sans SC"/>
          <a:cs typeface="Open San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Open Sans"/>
          <a:ea typeface="Noto Sans SC"/>
          <a:cs typeface="Open San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316" orient="horz"/>
        <p:guide pos="3050" orient="horz"/>
        <p:guide pos="3189" orient="horz"/>
        <p:guide pos="5455"/>
        <p:guide pos="975" orient="horz"/>
        <p:guide pos="3457"/>
      </p:guideLst>
    </p:cSldViewPr>
  </p:slideViewPr>
  <p:notesViewPr>
    <p:cSldViewPr snapToGrid="0">
      <p:cViewPr varScale="1">
        <p:scale>
          <a:sx n="100" d="100"/>
          <a:sy n="100" d="100"/>
        </p:scale>
        <p:origin x="0" y="0"/>
      </p:cViewPr>
      <p:guideLst>
        <p:guide pos="2928" orient="horz"/>
        <p:guide pos="2208"/>
      </p:guideLst>
    </p:cSldViewPr>
  </p:notes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font" Target="fonts/NotoSans-regular.fntdata"/><Relationship Id="rId39" Type="http://schemas.openxmlformats.org/officeDocument/2006/relationships/font" Target="fonts/NotoSans-bold.fntdata"/><Relationship Id="rId40" Type="http://schemas.openxmlformats.org/officeDocument/2006/relationships/font" Target="fonts/NotoSans-italic.fntdata"/><Relationship Id="rId41" Type="http://schemas.openxmlformats.org/officeDocument/2006/relationships/font" Target="fonts/NotoSans-boldItalic.fntdata"/><Relationship Id="rId42" Type="http://schemas.openxmlformats.org/officeDocument/2006/relationships/font" Target="fonts/OpenSans-regular.fntdata"/><Relationship Id="rId43" Type="http://schemas.openxmlformats.org/officeDocument/2006/relationships/font" Target="fonts/OpenSans-bold.fntdata"/><Relationship Id="rId44" Type="http://schemas.openxmlformats.org/officeDocument/2006/relationships/font" Target="fonts/OpenSans-italic.fntdata"/><Relationship Id="rId45" Type="http://schemas.openxmlformats.org/officeDocument/2006/relationships/font" Target="fonts/OpenSans-boldItalic.fntdata"/><Relationship Id="rId46" Type="http://customschemas.google.com/relationships/presentationmetadata" Target="metadata"/><Relationship Id="rId47" Type="http://schemas.openxmlformats.org/officeDocument/2006/relationships/slide" Target="slides/slide1.xml"/><Relationship Id="rId4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 name="Google Shape;4;n"/>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lvl1pPr indent="-228600" lvl="0" marL="457200" marR="0" rtl="0" algn="l">
              <a:lnSpc>
                <a:spcPct val="100000"/>
              </a:lnSpc>
              <a:spcBef>
                <a:spcPts val="330"/>
              </a:spcBef>
              <a:spcAft>
                <a:spcPts val="0"/>
              </a:spcAft>
              <a:buClr>
                <a:srgbClr val="000000"/>
              </a:buClr>
              <a:buSzPts val="1400"/>
              <a:buFont typeface="Open Sans"/>
              <a:buNone/>
              <a:defRPr b="0" i="0" sz="1100" u="none" cap="none" strike="noStrike">
                <a:solidFill>
                  <a:schemeClr val="dk1"/>
                </a:solidFill>
                <a:latin typeface="Open Sans"/>
                <a:ea typeface="Noto Sans SC"/>
                <a:cs typeface="Open Sans"/>
                <a:sym typeface="Open Sans"/>
              </a:defRPr>
            </a:lvl1pPr>
            <a:lvl2pPr indent="-228600" lvl="1" marL="914400" marR="0" rtl="0" algn="l">
              <a:lnSpc>
                <a:spcPct val="100000"/>
              </a:lnSpc>
              <a:spcBef>
                <a:spcPts val="330"/>
              </a:spcBef>
              <a:spcAft>
                <a:spcPts val="0"/>
              </a:spcAft>
              <a:buClr>
                <a:srgbClr val="000000"/>
              </a:buClr>
              <a:buSzPts val="1400"/>
              <a:buFont typeface="Open Sans"/>
              <a:buNone/>
              <a:defRPr b="0" i="0" sz="1100" u="none" cap="none" strike="noStrike">
                <a:solidFill>
                  <a:schemeClr val="dk1"/>
                </a:solidFill>
                <a:latin typeface="Open Sans"/>
                <a:ea typeface="Noto Sans SC"/>
                <a:cs typeface="Open Sans"/>
                <a:sym typeface="Open Sans"/>
              </a:defRPr>
            </a:lvl2pPr>
            <a:lvl3pPr indent="-228600" lvl="2" marL="1371600" marR="0" rtl="0" algn="l">
              <a:lnSpc>
                <a:spcPct val="100000"/>
              </a:lnSpc>
              <a:spcBef>
                <a:spcPts val="330"/>
              </a:spcBef>
              <a:spcAft>
                <a:spcPts val="0"/>
              </a:spcAft>
              <a:buClr>
                <a:srgbClr val="000000"/>
              </a:buClr>
              <a:buSzPts val="1400"/>
              <a:buFont typeface="Open Sans"/>
              <a:buNone/>
              <a:defRPr b="0" i="0" sz="1100" u="none" cap="none" strike="noStrike">
                <a:solidFill>
                  <a:schemeClr val="dk1"/>
                </a:solidFill>
                <a:latin typeface="Open Sans"/>
                <a:ea typeface="Noto Sans SC"/>
                <a:cs typeface="Open Sans"/>
                <a:sym typeface="Open Sans"/>
              </a:defRPr>
            </a:lvl3pPr>
            <a:lvl4pPr indent="-228600" lvl="3" marL="1828800" marR="0" rtl="0" algn="l">
              <a:lnSpc>
                <a:spcPct val="100000"/>
              </a:lnSpc>
              <a:spcBef>
                <a:spcPts val="330"/>
              </a:spcBef>
              <a:spcAft>
                <a:spcPts val="0"/>
              </a:spcAft>
              <a:buClr>
                <a:srgbClr val="000000"/>
              </a:buClr>
              <a:buSzPts val="1400"/>
              <a:buFont typeface="Open Sans"/>
              <a:buNone/>
              <a:defRPr b="0" i="0" sz="1100" u="none" cap="none" strike="noStrike">
                <a:solidFill>
                  <a:schemeClr val="dk1"/>
                </a:solidFill>
                <a:latin typeface="Open Sans"/>
                <a:ea typeface="Noto Sans SC"/>
                <a:cs typeface="Open Sans"/>
                <a:sym typeface="Open Sans"/>
              </a:defRPr>
            </a:lvl4pPr>
            <a:lvl5pPr indent="-228600" lvl="4" marL="2286000" marR="0" rtl="0" algn="l">
              <a:lnSpc>
                <a:spcPct val="100000"/>
              </a:lnSpc>
              <a:spcBef>
                <a:spcPts val="330"/>
              </a:spcBef>
              <a:spcAft>
                <a:spcPts val="0"/>
              </a:spcAft>
              <a:buClr>
                <a:srgbClr val="000000"/>
              </a:buClr>
              <a:buSzPts val="1400"/>
              <a:buFont typeface="Open Sans"/>
              <a:buNone/>
              <a:defRPr b="0" i="0" sz="1100" u="none" cap="none" strike="noStrike">
                <a:solidFill>
                  <a:schemeClr val="dk1"/>
                </a:solidFill>
                <a:latin typeface="Open Sans"/>
                <a:ea typeface="Noto Sans SC"/>
                <a:cs typeface="Open Sans"/>
                <a:sym typeface="Open Sans"/>
              </a:defRPr>
            </a:lvl5pPr>
            <a:lvl6pPr indent="-228600" lvl="5" marL="2743200" marR="0" rtl="0" algn="l">
              <a:lnSpc>
                <a:spcPct val="100000"/>
              </a:lnSpc>
              <a:spcBef>
                <a:spcPts val="0"/>
              </a:spcBef>
              <a:spcAft>
                <a:spcPts val="0"/>
              </a:spcAft>
              <a:buClr>
                <a:srgbClr val="000000"/>
              </a:buClr>
              <a:buSzPts val="1400"/>
              <a:buFont typeface="Open Sans"/>
              <a:buNone/>
              <a:defRPr b="0" i="0" sz="1200" u="none" cap="none" strike="noStrike">
                <a:solidFill>
                  <a:schemeClr val="dk1"/>
                </a:solidFill>
                <a:latin typeface="Open Sans"/>
                <a:ea typeface="Noto Sans SC"/>
                <a:cs typeface="Open Sans"/>
                <a:sym typeface="Open Sans"/>
              </a:defRPr>
            </a:lvl6pPr>
            <a:lvl7pPr indent="-228600" lvl="6" marL="3200400" marR="0" rtl="0" algn="l">
              <a:lnSpc>
                <a:spcPct val="100000"/>
              </a:lnSpc>
              <a:spcBef>
                <a:spcPts val="0"/>
              </a:spcBef>
              <a:spcAft>
                <a:spcPts val="0"/>
              </a:spcAft>
              <a:buClr>
                <a:srgbClr val="000000"/>
              </a:buClr>
              <a:buSzPts val="1400"/>
              <a:buFont typeface="Open Sans"/>
              <a:buNone/>
              <a:defRPr b="0" i="0" sz="1200" u="none" cap="none" strike="noStrike">
                <a:solidFill>
                  <a:schemeClr val="dk1"/>
                </a:solidFill>
                <a:latin typeface="Open Sans"/>
                <a:ea typeface="Noto Sans SC"/>
                <a:cs typeface="Open Sans"/>
                <a:sym typeface="Open Sans"/>
              </a:defRPr>
            </a:lvl7pPr>
            <a:lvl8pPr indent="-228600" lvl="7" marL="3657600" marR="0" rtl="0" algn="l">
              <a:lnSpc>
                <a:spcPct val="100000"/>
              </a:lnSpc>
              <a:spcBef>
                <a:spcPts val="0"/>
              </a:spcBef>
              <a:spcAft>
                <a:spcPts val="0"/>
              </a:spcAft>
              <a:buClr>
                <a:srgbClr val="000000"/>
              </a:buClr>
              <a:buSzPts val="1400"/>
              <a:buFont typeface="Open Sans"/>
              <a:buNone/>
              <a:defRPr b="0" i="0" sz="1200" u="none" cap="none" strike="noStrike">
                <a:solidFill>
                  <a:schemeClr val="dk1"/>
                </a:solidFill>
                <a:latin typeface="Open Sans"/>
                <a:ea typeface="Noto Sans SC"/>
                <a:cs typeface="Open Sans"/>
                <a:sym typeface="Open Sans"/>
              </a:defRPr>
            </a:lvl8pPr>
            <a:lvl9pPr indent="-228600" lvl="8" marL="4114800" marR="0" rtl="0" algn="l">
              <a:lnSpc>
                <a:spcPct val="100000"/>
              </a:lnSpc>
              <a:spcBef>
                <a:spcPts val="0"/>
              </a:spcBef>
              <a:spcAft>
                <a:spcPts val="0"/>
              </a:spcAft>
              <a:buClr>
                <a:srgbClr val="000000"/>
              </a:buClr>
              <a:buSzPts val="1400"/>
              <a:buFont typeface="Open Sans"/>
              <a:buNone/>
              <a:defRPr b="0" i="0" sz="1200" u="none" cap="none" strike="noStrike">
                <a:solidFill>
                  <a:schemeClr val="dk1"/>
                </a:solidFill>
                <a:latin typeface="Open Sans"/>
                <a:ea typeface="Noto Sans SC"/>
                <a:cs typeface="Open Sans"/>
                <a:sym typeface="Open Sans"/>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athworld.wolfram.com/Convolution.html"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etosa.io/ev/image-kernels/" TargetMode="External"/><Relationship Id="rId3" Type="http://schemas.openxmlformats.org/officeDocument/2006/relationships/hyperlink" Target="https://glassboxmedicine.com/2019/04/13/a-short-history-of-convolutional-neural-networks/"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lassboxmedicine.com/2019/04/13/a-short-history-of-convolutional-neural-networks/" TargetMode="External"/><Relationship Id="rId3" Type="http://schemas.openxmlformats.org/officeDocument/2006/relationships/hyperlink" Target="https://glassboxmedicine.com/2019/04/13/a-short-history-of-convolutional-neural-networks/" TargetMode="External"/><Relationship Id="rId4" Type="http://schemas.openxmlformats.org/officeDocument/2006/relationships/hyperlink" Target="https://www.jefkine.com/general/2016/09/05/backpropagation-in-convolutional-neural-networks/"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tackoverflow.com/questions/43305891/how-to-correctly-get-layer-weights-from-conv2d-in-keras" TargetMode="External"/><Relationship Id="rId3" Type="http://schemas.openxmlformats.org/officeDocument/2006/relationships/hyperlink" Target="https://stackoverflow.com/questions/46480699/why-are-my-keras-conv2d-kernels-3-dimensional#:~:text=I%20understand%20the%20mechanics%20of,kernels%20of%20size(7x7x8)." TargetMode="External"/><Relationship Id="rId4" Type="http://schemas.openxmlformats.org/officeDocument/2006/relationships/hyperlink" Target="https://towardsdatascience.com/a-comprehensive-introduction-to-different-types-of-convolutions-in-deep-learning-669281e58215" TargetMode="External"/><Relationship Id="rId5" Type="http://schemas.openxmlformats.org/officeDocument/2006/relationships/hyperlink" Target="http://d2l.ai/chapter_convolutional-neural-networks/channels.html"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etosa.io/ev/image-kernels/"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eepdreamgenerator.com/" TargetMode="External"/><Relationship Id="rId3" Type="http://schemas.openxmlformats.org/officeDocument/2006/relationships/hyperlink" Target="https://towardsdatascience.com/how-to-visualize-convolutional-features-in-40-lines-of-code-70b7d87b0030"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tensorflow.org/api_docs/python/tf/nn/dropout"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log.paperspace.com/busting-the-myths-about-batch-normalization/" TargetMode="External"/><Relationship Id="rId3" Type="http://schemas.openxmlformats.org/officeDocument/2006/relationships/hyperlink" Target="https://blog.paperspace.com/busting-the-myths-about-batch-normalization/" TargetMode="External"/><Relationship Id="rId4" Type="http://schemas.openxmlformats.org/officeDocument/2006/relationships/hyperlink" Target="https://papers.nips.cc/paper/7515-how-does-batch-normalization-help-optimization.pdf"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2: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 name="Google Shape;20;p2: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t/>
            </a:r>
            <a:endParaRPr>
              <a:latin typeface="Open Sans"/>
              <a:ea typeface="Noto Sans SC"/>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3: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3: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t/>
            </a:r>
            <a:endParaRPr>
              <a:latin typeface="Open Sans"/>
              <a:ea typeface="Noto Sans SC"/>
              <a:cs typeface="Open Sans"/>
              <a:sym typeface="Open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4: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p4: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b="0" i="0" lang="en-US" sz="1100" u="none" strike="noStrike">
                <a:solidFill>
                  <a:schemeClr val="dk1"/>
                </a:solidFill>
                <a:latin typeface="Open Sans"/>
                <a:ea typeface="Noto Sans SC"/>
                <a:cs typeface="Open Sans"/>
                <a:sym typeface="Open Sans"/>
              </a:rPr>
              <a:t>我们发现，我们的模型能够在训练数据上获得高准确性，但在测试或验证数据上准确性却不高。我们以一长串像素的形式传入图像。为什么这不是一个好主意？像素彼此之间的排布方式中包含了重要信息。当我们将图片展平成单一数组时，便会损失这一信息</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5: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5: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b="0" i="0" lang="en-US" sz="1100" u="none" strike="noStrike">
                <a:solidFill>
                  <a:schemeClr val="dk1"/>
                </a:solidFill>
                <a:latin typeface="Open Sans"/>
                <a:ea typeface="Noto Sans SC"/>
                <a:cs typeface="Open Sans"/>
                <a:sym typeface="Open Sans"/>
              </a:rPr>
              <a:t>我们现在就要升级模型，使其能够从图像中提取空间信息</a:t>
            </a:r>
            <a:endParaRPr>
              <a:latin typeface="Open Sans"/>
              <a:ea typeface="Noto Sans SC"/>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6: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6: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走进神经网络之前，我们先来谈谈计算机视觉专家过去常常如何解决这类问题。如果您小时候经常使用 Photoshop、MS Paint 或 GIMP 制作 .gif、模因或静态图片，那您学习本课程肯定会很轻松！了解计算机表示和处理照片的方式是现代计算机视觉的重要基础。</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随举几例，我们可以了解一下模糊、锐化、增强和调暗这几个工具。在绘图程序中，我们可以在指定区域通过单击来处理图像，这片区域就称为“内核”。内核与图像的相乘运算便是卷积，也就是我们选择这些工具并拖动工具应用到整张图像时所发生的情况。从技术上讲，卷积就是将一个函数应用于另一个函数的过程，我们可以将基本图像视为颜色函数，并将内核视为像素函数。</a:t>
            </a:r>
            <a:endParaRPr>
              <a:latin typeface="Open Sans"/>
              <a:ea typeface="Noto Sans SC"/>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7: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7: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内核只是一个小型矩阵，模糊操作则是对代表像素的数字执行的一次加权平均计算。锐化操作可增加中心像素的亮度，同时减少与其直接相邻的像素的亮度。如果 255 代表白色，调亮操作将会增大中心像素的色值；如果 0 代表白色，则会减小色值。调暗操作则恰恰相反。我们来看一张较小的图像，并将其分解。</a:t>
            </a:r>
            <a:endParaRPr>
              <a:latin typeface="Open Sans"/>
              <a:ea typeface="Noto Sans SC"/>
              <a:cs typeface="Open Sans"/>
              <a:sym typeface="Open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8: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8: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这是一张心形图片。不明显吗？很抱歉，这张图片只有 6 x 6 像素。</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我们将逐步进行卷积操作。位于中心的那个别致的星号就是卷积运算符。最终结果将为 4 x 4 像素的图像。这样会更加明显一些。</a:t>
            </a:r>
            <a:endParaRPr>
              <a:latin typeface="Open Sans"/>
              <a:ea typeface="Noto Sans SC"/>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9: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我们从左上角开始。要进行卷积操作的部分叫作“窗口”，也就是这里的红框。请注意，窗口的形状与内核相同。</a:t>
            </a:r>
            <a:endParaRPr>
              <a:latin typeface="Open Sans"/>
              <a:ea typeface="Noto Sans SC"/>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0: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10: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取一个内核，然后将内核中的每个单元和窗口中与之对应的单元相乘。</a:t>
            </a:r>
            <a:endParaRPr>
              <a:latin typeface="Open Sans"/>
              <a:ea typeface="Noto Sans SC"/>
              <a:cs typeface="Open Sans"/>
              <a:sym typeface="Open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1: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11: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完成所有相乘操作后，对结果求和</a:t>
            </a:r>
            <a:endParaRPr>
              <a:latin typeface="Open Sans"/>
              <a:ea typeface="Noto Sans SC"/>
              <a:cs typeface="Open Sans"/>
              <a:sym typeface="Open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2: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12: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接着，将窗口向右移动一个单元……</a:t>
            </a:r>
            <a:endParaRPr>
              <a:latin typeface="Open Sans"/>
              <a:ea typeface="Noto Sans SC"/>
              <a:cs typeface="Open Sans"/>
              <a:sym typeface="Open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3: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13: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……然后重复此过程，直到计算出整张图像的卷积。</a:t>
            </a:r>
            <a:endParaRPr>
              <a:latin typeface="Open Sans"/>
              <a:ea typeface="Noto Sans SC"/>
              <a:cs typeface="Open Sans"/>
              <a:sym typeface="Open Sans"/>
            </a:endParaRPr>
          </a:p>
          <a:p>
            <a:pPr indent="0" lvl="0" marL="0" marR="0" rtl="0" algn="l">
              <a:lnSpc>
                <a:spcPct val="100000"/>
              </a:lnSpc>
              <a:spcBef>
                <a:spcPts val="330"/>
              </a:spcBef>
              <a:spcAft>
                <a:spcPts val="0"/>
              </a:spcAft>
              <a:buClr>
                <a:schemeClr val="dk1"/>
              </a:buClr>
              <a:buSzPts val="1100"/>
              <a:buFont typeface="Open Sans"/>
              <a:buNone/>
            </a:pPr>
            <a:r>
              <a:rPr lang="en-US" u="sng">
                <a:solidFill>
                  <a:schemeClr val="hlink"/>
                </a:solidFill>
                <a:latin typeface="Open Sans"/>
                <a:ea typeface="Noto Sans SC"/>
                <a:cs typeface="Open Sans"/>
                <a:sym typeface="Open Sans"/>
                <a:hlinkClick r:id="rId2"/>
              </a:rPr>
              <a:t>https://mathworld.wolfram.com/Convolution.html</a:t>
            </a:r>
            <a:endParaRPr>
              <a:latin typeface="Open Sans"/>
              <a:ea typeface="Noto Sans SC"/>
              <a:cs typeface="Open Sans"/>
              <a:sym typeface="Open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4: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14: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我们可以对卷积操作使用几个参数。其中一个是步长，此参数是指在执行卷积操作时，应将窗口移动几个单元。为便于理解，我们将心形图像一分为二。天哪，心碎了！</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假设内核与之前相同。</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步长为 2 时，我们每次会跳过一列和一行以开始卷积操作。这样一来，我们生成的数据也会减少，这一点有利有弊。好处在于，我们需要分析的数据会减少，但如果步长过大，则可能会丢失重要信息。</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步长为 2 时，还有一点需要注意：列数不足会使我们无法对图像右侧部分执行卷积操作。</a:t>
            </a:r>
            <a:endParaRPr>
              <a:latin typeface="Open Sans"/>
              <a:ea typeface="Noto Sans SC"/>
              <a:cs typeface="Open Sans"/>
              <a:sym typeface="Open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5: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15: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如果希望获得足够的数据来确保已在卷积过程中使用所有像素，或者希望最终得到的图像与输入图像具有相同大小，我们可以执行填充操作。有一种叫作补“零”的方法可以快速、简单地实现此目的，即在图像周围添加一圈零。此方法足以应对多种情况，但若图像较小，应用此方法可能会对卷积操作产生影响。</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u="sng">
                <a:solidFill>
                  <a:schemeClr val="hlink"/>
                </a:solidFill>
                <a:latin typeface="Open Sans"/>
                <a:ea typeface="Noto Sans SC"/>
                <a:cs typeface="Open Sans"/>
                <a:sym typeface="Open Sans"/>
                <a:hlinkClick r:id="rId2"/>
              </a:rPr>
              <a:t>https://setosa.io/ev/image-kernels/</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u="sng">
                <a:solidFill>
                  <a:schemeClr val="hlink"/>
                </a:solidFill>
                <a:latin typeface="Open Sans"/>
                <a:ea typeface="Noto Sans SC"/>
                <a:cs typeface="Open Sans"/>
                <a:sym typeface="Open Sans"/>
                <a:hlinkClick r:id="rId3"/>
              </a:rPr>
              <a:t>https://glassboxmedicine.com/2019/04/13/a-short-history-of-convolutional-neural-networks/</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6: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16: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还有许多其他类型的填充方法。许多框架会采用“相同填充”法，即分别复制顶部和底部行以及左侧和右侧列。</a:t>
            </a:r>
            <a:endParaRPr>
              <a:latin typeface="Open Sans"/>
              <a:ea typeface="Noto Sans SC"/>
              <a:cs typeface="Open Sans"/>
              <a:sym typeface="Open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7: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17: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b="0" i="0" lang="en-US" sz="1100" u="none" strike="noStrike">
                <a:solidFill>
                  <a:schemeClr val="dk1"/>
                </a:solidFill>
                <a:latin typeface="Open Sans"/>
                <a:ea typeface="Noto Sans SC"/>
                <a:cs typeface="Open Sans"/>
                <a:sym typeface="Open Sans"/>
              </a:rPr>
              <a:t>那么，如何将这些概念应用到神经网络呢？</a:t>
            </a:r>
            <a:endParaRPr>
              <a:latin typeface="Open Sans"/>
              <a:ea typeface="Noto Sans SC"/>
              <a:cs typeface="Open Sans"/>
              <a:sym typeface="Open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8: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18: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在神经网络出现以前，计算机视觉研究人员会研究内核中的数字，努力求证这些数字能否用于发现图像中任何有趣的特征。到目前为止，我们只使用了 3 x 3 内核，但内核大小可以随意选择，并且研究人员也会进行其他尝试，例如制作一个内核，以便在对猫耳进行卷积操作时返回一个较高的值。因此，可能会有猫耳内核、猫鼻内核、猫眼内核……如果对一张图像运行所有这些内核并找到了匹配项，我们便可猜出图像中有猫！</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但随着神经网络变得愈发强大，人们开始建立这种联系。内核其实是一种工具，可将权重与输入相乘并对结果求和。还有什么能做到这一点？</a:t>
            </a:r>
            <a:endParaRPr>
              <a:latin typeface="Open Sans"/>
              <a:ea typeface="Noto Sans SC"/>
              <a:cs typeface="Open Sans"/>
              <a:sym typeface="Open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88: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88: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228600" lvl="0" marL="457200" marR="0" rtl="0" algn="l">
              <a:lnSpc>
                <a:spcPct val="100000"/>
              </a:lnSpc>
              <a:spcBef>
                <a:spcPts val="330"/>
              </a:spcBef>
              <a:spcAft>
                <a:spcPts val="0"/>
              </a:spcAft>
              <a:buSzPts val="1400"/>
              <a:buNone/>
            </a:pPr>
            <a:r>
              <a:rPr lang="en-US">
                <a:latin typeface="Open Sans"/>
                <a:ea typeface="Noto Sans SC"/>
                <a:cs typeface="Open Sans"/>
                <a:sym typeface="Open Sans"/>
              </a:rPr>
              <a:t>对，神经元也可以！这正是卷积神经网络的功能。它们可以将神经元的输入映射到具有可训练权重的内核上。</a:t>
            </a:r>
            <a:endParaRPr/>
          </a:p>
          <a:p>
            <a:pPr indent="-228600" lvl="0" marL="457200" marR="0" rtl="0" algn="l">
              <a:lnSpc>
                <a:spcPct val="100000"/>
              </a:lnSpc>
              <a:spcBef>
                <a:spcPts val="330"/>
              </a:spcBef>
              <a:spcAft>
                <a:spcPts val="0"/>
              </a:spcAft>
              <a:buSzPts val="1400"/>
              <a:buNone/>
            </a:pPr>
            <a:r>
              <a:t/>
            </a:r>
            <a:endParaRPr u="sng">
              <a:solidFill>
                <a:schemeClr val="hlink"/>
              </a:solidFill>
              <a:latin typeface="Open Sans"/>
              <a:ea typeface="Noto Sans SC"/>
              <a:cs typeface="Open Sans"/>
              <a:sym typeface="Open Sans"/>
              <a:hlinkClick r:id="rId2"/>
            </a:endParaRPr>
          </a:p>
          <a:p>
            <a:pPr indent="-228600" lvl="0" marL="457200" marR="0" rtl="0" algn="l">
              <a:lnSpc>
                <a:spcPct val="100000"/>
              </a:lnSpc>
              <a:spcBef>
                <a:spcPts val="330"/>
              </a:spcBef>
              <a:spcAft>
                <a:spcPts val="0"/>
              </a:spcAft>
              <a:buSzPts val="1400"/>
              <a:buNone/>
            </a:pPr>
            <a:r>
              <a:rPr lang="en-US">
                <a:latin typeface="Open Sans"/>
                <a:ea typeface="Noto Sans SC"/>
                <a:cs typeface="Open Sans"/>
                <a:sym typeface="Open Sans"/>
              </a:rPr>
              <a:t>有趣的历史：</a:t>
            </a:r>
            <a:r>
              <a:rPr lang="en-US" u="sng">
                <a:solidFill>
                  <a:schemeClr val="hlink"/>
                </a:solidFill>
                <a:latin typeface="Open Sans"/>
                <a:ea typeface="Noto Sans SC"/>
                <a:cs typeface="Open Sans"/>
                <a:sym typeface="Open Sans"/>
                <a:hlinkClick r:id="rId3"/>
              </a:rPr>
              <a:t>https://glassboxmedicine.com/2019/04/13/a-short-history-of-convolutional-neural-networks/</a:t>
            </a:r>
            <a:endParaRPr>
              <a:latin typeface="Open Sans"/>
              <a:ea typeface="Noto Sans SC"/>
              <a:cs typeface="Open Sans"/>
              <a:sym typeface="Open Sans"/>
            </a:endParaRPr>
          </a:p>
          <a:p>
            <a:pPr indent="-228600" lvl="0" marL="457200" marR="0" rtl="0" algn="l">
              <a:lnSpc>
                <a:spcPct val="100000"/>
              </a:lnSpc>
              <a:spcBef>
                <a:spcPts val="330"/>
              </a:spcBef>
              <a:spcAft>
                <a:spcPts val="0"/>
              </a:spcAft>
              <a:buSzPts val="1400"/>
              <a:buNone/>
            </a:pPr>
            <a:r>
              <a:rPr lang="en-US">
                <a:latin typeface="Open Sans"/>
                <a:ea typeface="Noto Sans SC"/>
                <a:cs typeface="Open Sans"/>
                <a:sym typeface="Open Sans"/>
              </a:rPr>
              <a:t>卷积神经网络 (CNN) 的反向传播工作原理：</a:t>
            </a:r>
            <a:r>
              <a:rPr lang="en-US" u="sng">
                <a:solidFill>
                  <a:schemeClr val="hlink"/>
                </a:solidFill>
                <a:latin typeface="Open Sans"/>
                <a:ea typeface="Noto Sans SC"/>
                <a:cs typeface="Open Sans"/>
                <a:sym typeface="Open Sans"/>
                <a:hlinkClick r:id="rId4"/>
              </a:rPr>
              <a:t>https://www.jefkine.com/general/2016/09/05/backpropagation-in-convolutional-neural-networks/</a:t>
            </a:r>
            <a:endParaRPr>
              <a:latin typeface="Open Sans"/>
              <a:ea typeface="Noto Sans SC"/>
              <a:cs typeface="Open Sans"/>
              <a:sym typeface="Open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0: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20: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70000"/>
              </a:lnSpc>
              <a:spcBef>
                <a:spcPts val="0"/>
              </a:spcBef>
              <a:spcAft>
                <a:spcPts val="0"/>
              </a:spcAft>
              <a:buSzPts val="1400"/>
              <a:buNone/>
            </a:pPr>
            <a:r>
              <a:rPr lang="en-US" sz="1018">
                <a:latin typeface="Open Sans"/>
                <a:ea typeface="Noto Sans SC"/>
                <a:cs typeface="Open Sans"/>
                <a:sym typeface="Open Sans"/>
              </a:rPr>
              <a:t>这是我们的全新神经网络架构。此架构实际小于我们在实验室中使用的架构，但两者结构类似。首先取一张输入图像。我们将从数量可变的卷积层开始（本例中即为两个 3x3 的灰阶滤波器）。我们可以使用任意多的卷积层，其中每个卷积层会尝试从原始图像中提取有趣的特征来生成新图像。</a:t>
            </a:r>
            <a:endParaRPr sz="1018">
              <a:latin typeface="Open Sans"/>
              <a:ea typeface="Noto Sans SC"/>
              <a:cs typeface="Open Sans"/>
              <a:sym typeface="Open Sans"/>
            </a:endParaRPr>
          </a:p>
          <a:p>
            <a:pPr indent="0" lvl="0" marL="0" rtl="0" algn="l">
              <a:lnSpc>
                <a:spcPct val="70000"/>
              </a:lnSpc>
              <a:spcBef>
                <a:spcPts val="330"/>
              </a:spcBef>
              <a:spcAft>
                <a:spcPts val="0"/>
              </a:spcAft>
              <a:buSzPts val="1400"/>
              <a:buNone/>
            </a:pPr>
            <a:r>
              <a:t/>
            </a:r>
            <a:endParaRPr sz="1018">
              <a:latin typeface="Open Sans"/>
              <a:ea typeface="Noto Sans SC"/>
              <a:cs typeface="Open Sans"/>
              <a:sym typeface="Open Sans"/>
            </a:endParaRPr>
          </a:p>
          <a:p>
            <a:pPr indent="0" lvl="0" marL="0" rtl="0" algn="l">
              <a:lnSpc>
                <a:spcPct val="70000"/>
              </a:lnSpc>
              <a:spcBef>
                <a:spcPts val="330"/>
              </a:spcBef>
              <a:spcAft>
                <a:spcPts val="0"/>
              </a:spcAft>
              <a:buSzPts val="1400"/>
              <a:buNone/>
            </a:pPr>
            <a:r>
              <a:rPr lang="en-US" sz="1018">
                <a:latin typeface="Open Sans"/>
                <a:ea typeface="Noto Sans SC"/>
                <a:cs typeface="Open Sans"/>
                <a:sym typeface="Open Sans"/>
              </a:rPr>
              <a:t>然后，我们将这些图像相互堆叠在一起，最终便会得到拥有三个维度的图像（通常称为特征图），但这并不是我们平时所理解的 3D 图像。接着，我们可以将这张新图像发送到一组新的滤波器。尽管从技术上说，每个卷积核执行的是 2D 卷积操作（因为输入图像是黑白图像，只有1个颜色通道），但在中间层，实际上我们是在对 3D 物体执行卷积操作，即用窗口尺寸乘以堆叠图像的数量。因为有两张堆叠图像，所以内核在堆叠图像的 3x3x2 切片上逐次操作。</a:t>
            </a:r>
            <a:endParaRPr sz="1018">
              <a:latin typeface="Open Sans"/>
              <a:ea typeface="Noto Sans SC"/>
              <a:cs typeface="Open Sans"/>
              <a:sym typeface="Open Sans"/>
            </a:endParaRPr>
          </a:p>
          <a:p>
            <a:pPr indent="0" lvl="0" marL="0" rtl="0" algn="l">
              <a:lnSpc>
                <a:spcPct val="70000"/>
              </a:lnSpc>
              <a:spcBef>
                <a:spcPts val="330"/>
              </a:spcBef>
              <a:spcAft>
                <a:spcPts val="0"/>
              </a:spcAft>
              <a:buSzPts val="1400"/>
              <a:buNone/>
            </a:pPr>
            <a:r>
              <a:t/>
            </a:r>
            <a:endParaRPr sz="1018">
              <a:latin typeface="Open Sans"/>
              <a:ea typeface="Noto Sans SC"/>
              <a:cs typeface="Open Sans"/>
              <a:sym typeface="Open Sans"/>
            </a:endParaRPr>
          </a:p>
          <a:p>
            <a:pPr indent="0" lvl="0" marL="0" rtl="0" algn="l">
              <a:lnSpc>
                <a:spcPct val="70000"/>
              </a:lnSpc>
              <a:spcBef>
                <a:spcPts val="330"/>
              </a:spcBef>
              <a:spcAft>
                <a:spcPts val="0"/>
              </a:spcAft>
              <a:buSzPts val="1400"/>
              <a:buNone/>
            </a:pPr>
            <a:r>
              <a:rPr lang="en-US" sz="1018">
                <a:latin typeface="Open Sans"/>
                <a:ea typeface="Noto Sans SC"/>
                <a:cs typeface="Open Sans"/>
                <a:sym typeface="Open Sans"/>
              </a:rPr>
              <a:t>完成卷积操作后，我们将把所有内容展平，然后照常将结果馈送至神经网络。</a:t>
            </a:r>
            <a:endParaRPr sz="1018">
              <a:latin typeface="Open Sans"/>
              <a:ea typeface="Noto Sans SC"/>
              <a:cs typeface="Open Sans"/>
              <a:sym typeface="Open Sans"/>
            </a:endParaRPr>
          </a:p>
          <a:p>
            <a:pPr indent="0" lvl="0" marL="0" rtl="0" algn="l">
              <a:lnSpc>
                <a:spcPct val="70000"/>
              </a:lnSpc>
              <a:spcBef>
                <a:spcPts val="330"/>
              </a:spcBef>
              <a:spcAft>
                <a:spcPts val="0"/>
              </a:spcAft>
              <a:buSzPts val="1400"/>
              <a:buNone/>
            </a:pPr>
            <a:r>
              <a:t/>
            </a:r>
            <a:endParaRPr sz="1018">
              <a:latin typeface="Open Sans"/>
              <a:ea typeface="Noto Sans SC"/>
              <a:cs typeface="Open Sans"/>
              <a:sym typeface="Open Sans"/>
            </a:endParaRPr>
          </a:p>
          <a:p>
            <a:pPr indent="0" lvl="0" marL="0" rtl="0" algn="l">
              <a:lnSpc>
                <a:spcPct val="70000"/>
              </a:lnSpc>
              <a:spcBef>
                <a:spcPts val="330"/>
              </a:spcBef>
              <a:spcAft>
                <a:spcPts val="0"/>
              </a:spcAft>
              <a:buSzPts val="1400"/>
              <a:buNone/>
            </a:pPr>
            <a:r>
              <a:rPr lang="en-US" sz="1018">
                <a:latin typeface="Open Sans"/>
                <a:ea typeface="Noto Sans SC"/>
                <a:cs typeface="Open Sans"/>
                <a:sym typeface="Open Sans"/>
              </a:rPr>
              <a:t>过去，数据科学家会对内核大小进行更多调整。这在某些情况下仍然有用，但从经验来看，坚持使用 3x3 也会带来出色效果。让我们回到计算机视觉理论来理解其中的原因。</a:t>
            </a:r>
            <a:endParaRPr sz="1018">
              <a:latin typeface="Open Sans"/>
              <a:ea typeface="Noto Sans SC"/>
              <a:cs typeface="Open Sans"/>
              <a:sym typeface="Open Sans"/>
            </a:endParaRPr>
          </a:p>
          <a:p>
            <a:pPr indent="0" lvl="0" marL="0" rtl="0" algn="l">
              <a:lnSpc>
                <a:spcPct val="70000"/>
              </a:lnSpc>
              <a:spcBef>
                <a:spcPts val="330"/>
              </a:spcBef>
              <a:spcAft>
                <a:spcPts val="0"/>
              </a:spcAft>
              <a:buSzPts val="1400"/>
              <a:buNone/>
            </a:pPr>
            <a:r>
              <a:t/>
            </a:r>
            <a:endParaRPr sz="1018">
              <a:latin typeface="Open Sans"/>
              <a:ea typeface="Noto Sans SC"/>
              <a:cs typeface="Open Sans"/>
              <a:sym typeface="Open Sans"/>
            </a:endParaRPr>
          </a:p>
          <a:p>
            <a:pPr indent="0" lvl="0" marL="0" rtl="0" algn="l">
              <a:lnSpc>
                <a:spcPct val="70000"/>
              </a:lnSpc>
              <a:spcBef>
                <a:spcPts val="330"/>
              </a:spcBef>
              <a:spcAft>
                <a:spcPts val="0"/>
              </a:spcAft>
              <a:buSzPts val="1400"/>
              <a:buNone/>
            </a:pPr>
            <a:r>
              <a:rPr lang="en-US" sz="1018">
                <a:latin typeface="Open Sans"/>
                <a:ea typeface="Noto Sans SC"/>
                <a:cs typeface="Open Sans"/>
                <a:sym typeface="Open Sans"/>
              </a:rPr>
              <a:t>stack overflow 如何可视化内核：</a:t>
            </a:r>
            <a:r>
              <a:rPr lang="en-US" sz="1018" u="sng">
                <a:solidFill>
                  <a:schemeClr val="hlink"/>
                </a:solidFill>
                <a:latin typeface="Open Sans"/>
                <a:ea typeface="Noto Sans SC"/>
                <a:cs typeface="Open Sans"/>
                <a:sym typeface="Open Sans"/>
                <a:hlinkClick r:id="rId2"/>
              </a:rPr>
              <a:t>https://stackoverflow.com/questions/43305891/how-to-correctly-get-layer-weights-from-conv2d-in-keras</a:t>
            </a:r>
            <a:endParaRPr sz="1018">
              <a:latin typeface="Open Sans"/>
              <a:ea typeface="Noto Sans SC"/>
              <a:cs typeface="Open Sans"/>
              <a:sym typeface="Open Sans"/>
            </a:endParaRPr>
          </a:p>
          <a:p>
            <a:pPr indent="0" lvl="0" marL="0" rtl="0" algn="l">
              <a:lnSpc>
                <a:spcPct val="70000"/>
              </a:lnSpc>
              <a:spcBef>
                <a:spcPts val="330"/>
              </a:spcBef>
              <a:spcAft>
                <a:spcPts val="0"/>
              </a:spcAft>
              <a:buSzPts val="1400"/>
              <a:buNone/>
            </a:pPr>
            <a:r>
              <a:rPr lang="en-US" sz="1018">
                <a:latin typeface="Open Sans"/>
                <a:ea typeface="Noto Sans SC"/>
                <a:cs typeface="Open Sans"/>
                <a:sym typeface="Open Sans"/>
              </a:rPr>
              <a:t>关于内核维度：</a:t>
            </a:r>
            <a:r>
              <a:rPr lang="en-US" sz="1018" u="sng">
                <a:solidFill>
                  <a:schemeClr val="hlink"/>
                </a:solidFill>
                <a:latin typeface="Open Sans"/>
                <a:ea typeface="Noto Sans SC"/>
                <a:cs typeface="Open Sans"/>
                <a:sym typeface="Open Sans"/>
                <a:hlinkClick r:id="rId3"/>
              </a:rPr>
              <a:t>https://stackoverflow.com/questions/46480699/why-are-my-keras-conv2d-kernels-3-dimensional#:~:text=I%20understand%20the%20mechanics%20of,kernels%20of%20size(7x7x8)</a:t>
            </a:r>
            <a:r>
              <a:rPr lang="en-US" sz="1018">
                <a:latin typeface="Open Sans"/>
                <a:ea typeface="Noto Sans SC"/>
                <a:cs typeface="Open Sans"/>
                <a:sym typeface="Open Sans"/>
              </a:rPr>
              <a:t>。</a:t>
            </a:r>
            <a:endParaRPr/>
          </a:p>
          <a:p>
            <a:pPr indent="0" lvl="0" marL="0" rtl="0" algn="l">
              <a:lnSpc>
                <a:spcPct val="70000"/>
              </a:lnSpc>
              <a:spcBef>
                <a:spcPts val="330"/>
              </a:spcBef>
              <a:spcAft>
                <a:spcPts val="0"/>
              </a:spcAft>
              <a:buSzPts val="1400"/>
              <a:buNone/>
            </a:pPr>
            <a:r>
              <a:t/>
            </a:r>
            <a:endParaRPr sz="1018">
              <a:latin typeface="Open Sans"/>
              <a:ea typeface="Noto Sans SC"/>
              <a:cs typeface="Open Sans"/>
              <a:sym typeface="Open Sans"/>
            </a:endParaRPr>
          </a:p>
          <a:p>
            <a:pPr indent="-228600" lvl="0" marL="457200" rtl="0" algn="l">
              <a:lnSpc>
                <a:spcPct val="80000"/>
              </a:lnSpc>
              <a:spcBef>
                <a:spcPts val="330"/>
              </a:spcBef>
              <a:spcAft>
                <a:spcPts val="0"/>
              </a:spcAft>
              <a:buSzPts val="1400"/>
              <a:buNone/>
            </a:pPr>
            <a:r>
              <a:rPr lang="en-US" sz="1018">
                <a:latin typeface="Open Sans"/>
                <a:ea typeface="Noto Sans SC"/>
                <a:cs typeface="Open Sans"/>
                <a:sym typeface="Open Sans"/>
              </a:rPr>
              <a:t>A more </a:t>
            </a:r>
            <a:r>
              <a:rPr b="0" i="0" lang="en-US" sz="1018" u="none" cap="none" strike="noStrike">
                <a:solidFill>
                  <a:schemeClr val="dk1"/>
                </a:solidFill>
                <a:latin typeface="Open Sans"/>
                <a:ea typeface="Noto Sans SC"/>
                <a:cs typeface="Open Sans"/>
                <a:sym typeface="Open Sans"/>
              </a:rPr>
              <a:t>advanced</a:t>
            </a:r>
            <a:r>
              <a:rPr lang="en-US" sz="1018">
                <a:latin typeface="Open Sans"/>
                <a:ea typeface="Noto Sans SC"/>
                <a:cs typeface="Open Sans"/>
                <a:sym typeface="Open Sans"/>
              </a:rPr>
              <a:t> topic, but here we’re doing conventional convolution, but there are many ways to do it.</a:t>
            </a:r>
            <a:endParaRPr sz="1018">
              <a:latin typeface="Open Sans"/>
              <a:ea typeface="Noto Sans SC"/>
              <a:cs typeface="Open Sans"/>
              <a:sym typeface="Open Sans"/>
            </a:endParaRPr>
          </a:p>
          <a:p>
            <a:pPr indent="-228600" lvl="0" marL="457200" rtl="0" algn="l">
              <a:lnSpc>
                <a:spcPct val="80000"/>
              </a:lnSpc>
              <a:spcBef>
                <a:spcPts val="330"/>
              </a:spcBef>
              <a:spcAft>
                <a:spcPts val="0"/>
              </a:spcAft>
              <a:buSzPts val="1400"/>
              <a:buNone/>
            </a:pPr>
            <a:r>
              <a:rPr lang="en-US" sz="1018">
                <a:latin typeface="Open Sans"/>
                <a:ea typeface="Noto Sans SC"/>
                <a:cs typeface="Open Sans"/>
                <a:sym typeface="Open Sans"/>
              </a:rPr>
              <a:t>An article diving into the different types: </a:t>
            </a:r>
            <a:r>
              <a:rPr lang="en-US" sz="1018" u="sng">
                <a:solidFill>
                  <a:schemeClr val="hlink"/>
                </a:solidFill>
                <a:latin typeface="Open Sans"/>
                <a:ea typeface="Noto Sans SC"/>
                <a:cs typeface="Open Sans"/>
                <a:sym typeface="Open Sans"/>
                <a:hlinkClick r:id="rId4"/>
              </a:rPr>
              <a:t>https://towardsdatascience.com/a-comprehensive-introduction-to-different-types-of-convolutions-in-deep-learning-669281e58215</a:t>
            </a:r>
            <a:endParaRPr sz="1018">
              <a:latin typeface="Open Sans"/>
              <a:ea typeface="Noto Sans SC"/>
              <a:cs typeface="Open Sans"/>
              <a:sym typeface="Open Sans"/>
            </a:endParaRPr>
          </a:p>
          <a:p>
            <a:pPr indent="-228600" lvl="0" marL="457200" rtl="0" algn="l">
              <a:lnSpc>
                <a:spcPct val="80000"/>
              </a:lnSpc>
              <a:spcBef>
                <a:spcPts val="330"/>
              </a:spcBef>
              <a:spcAft>
                <a:spcPts val="0"/>
              </a:spcAft>
              <a:buSzPts val="1400"/>
              <a:buNone/>
            </a:pPr>
            <a:r>
              <a:rPr lang="en-US" sz="1018">
                <a:latin typeface="Open Sans"/>
                <a:ea typeface="Noto Sans SC"/>
                <a:cs typeface="Open Sans"/>
                <a:sym typeface="Open Sans"/>
              </a:rPr>
              <a:t>An article explaining the math: </a:t>
            </a:r>
            <a:r>
              <a:rPr lang="en-US" sz="1018" u="sng">
                <a:solidFill>
                  <a:schemeClr val="hlink"/>
                </a:solidFill>
                <a:latin typeface="Open Sans"/>
                <a:ea typeface="Noto Sans SC"/>
                <a:cs typeface="Open Sans"/>
                <a:sym typeface="Open Sans"/>
                <a:hlinkClick r:id="rId5"/>
              </a:rPr>
              <a:t>http://d2l.ai/chapter_convolutional-neural-networks/channels.html</a:t>
            </a:r>
            <a:endParaRPr sz="1018">
              <a:latin typeface="Open Sans"/>
              <a:ea typeface="Noto Sans SC"/>
              <a:cs typeface="Open Sans"/>
              <a:sym typeface="Open Sans"/>
            </a:endParaRPr>
          </a:p>
          <a:p>
            <a:pPr indent="0" lvl="0" marL="0" rtl="0" algn="l">
              <a:lnSpc>
                <a:spcPct val="70000"/>
              </a:lnSpc>
              <a:spcBef>
                <a:spcPts val="330"/>
              </a:spcBef>
              <a:spcAft>
                <a:spcPts val="0"/>
              </a:spcAft>
              <a:buSzPts val="1400"/>
              <a:buNone/>
            </a:pPr>
            <a:r>
              <a:t/>
            </a:r>
            <a:endParaRPr sz="1018"/>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1: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 name="Google Shape;395;p21: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神经网络出现之前，在研究人员首次提出这些内核时，他们还意识到，这些内核本质上可用于计算这些图像的导数。这句话到底是什么意思呢？有一类特殊的内核可以识别边缘，即图像中颜色迅速变化的地方。例如，左边的内核可以识别</a:t>
            </a:r>
            <a:r>
              <a:rPr lang="en-US">
                <a:solidFill>
                  <a:srgbClr val="000000"/>
                </a:solidFill>
                <a:latin typeface="Open Sans"/>
                <a:ea typeface="Noto Sans SC"/>
                <a:cs typeface="Open Sans"/>
                <a:sym typeface="Open Sans"/>
              </a:rPr>
              <a:t>垂直</a:t>
            </a:r>
            <a:r>
              <a:rPr lang="en-US">
                <a:latin typeface="Open Sans"/>
                <a:ea typeface="Noto Sans SC"/>
                <a:cs typeface="Open Sans"/>
                <a:sym typeface="Open Sans"/>
              </a:rPr>
              <a:t>边缘，而右边的内核可以识别</a:t>
            </a:r>
            <a:r>
              <a:rPr lang="en-US">
                <a:solidFill>
                  <a:srgbClr val="000000"/>
                </a:solidFill>
                <a:latin typeface="Open Sans"/>
                <a:ea typeface="Noto Sans SC"/>
                <a:cs typeface="Open Sans"/>
                <a:sym typeface="Open Sans"/>
              </a:rPr>
              <a:t>水平</a:t>
            </a:r>
            <a:r>
              <a:rPr lang="en-US">
                <a:latin typeface="Open Sans"/>
                <a:ea typeface="Noto Sans SC"/>
                <a:cs typeface="Open Sans"/>
                <a:sym typeface="Open Sans"/>
              </a:rPr>
              <a:t>边缘</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（注意到水平线在左边的图像中消失了吗？如果图中有水平线，就说明没有水平变化。照此解释，就不难理解了）。</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通过结合水平和垂直变化的信息，我们便能得出每个点的变化方向。（有没有想过“颜色渐变”这个词的由来？）</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我们可以利用这些信息来做一些很酷的事情，例如识别图像中的任何圆圈（如之前的 Marbles 演示），但与其烦劳自己处理复杂的数学计算，不如交由神经网络来处理。</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marR="0" rtl="0" algn="l">
              <a:lnSpc>
                <a:spcPct val="100000"/>
              </a:lnSpc>
              <a:spcBef>
                <a:spcPts val="330"/>
              </a:spcBef>
              <a:spcAft>
                <a:spcPts val="0"/>
              </a:spcAft>
              <a:buClr>
                <a:schemeClr val="dk1"/>
              </a:buClr>
              <a:buSzPts val="1100"/>
              <a:buFont typeface="Open Sans"/>
              <a:buNone/>
            </a:pPr>
            <a:r>
              <a:rPr lang="en-US">
                <a:latin typeface="Open Sans"/>
                <a:ea typeface="Noto Sans SC"/>
                <a:cs typeface="Open Sans"/>
                <a:sym typeface="Open Sans"/>
              </a:rPr>
              <a:t>这是一个很棒的演示网站，展示了上述概念的实际应用：</a:t>
            </a:r>
            <a:r>
              <a:rPr lang="en-US" u="sng">
                <a:solidFill>
                  <a:schemeClr val="hlink"/>
                </a:solidFill>
                <a:latin typeface="Open Sans"/>
                <a:ea typeface="Noto Sans SC"/>
                <a:cs typeface="Open Sans"/>
                <a:sym typeface="Open Sans"/>
                <a:hlinkClick r:id="rId2"/>
              </a:rPr>
              <a:t>https://setosa.io/ev/image-kernels/</a:t>
            </a:r>
            <a:endParaRPr>
              <a:latin typeface="Open Sans"/>
              <a:ea typeface="Noto Sans SC"/>
              <a:cs typeface="Open Sans"/>
              <a:sym typeface="Open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2: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9" name="Google Shape;409;p22: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虽然说起来很神奇，但人工神经网络的工作方式与我们的大脑处理图像的方式非常相似。我们的大脑和人工大脑都会使用边缘检测器，然后将得到的结果馈送至下一层，随后此层将检测边缘之间的相交处，并会在纹理和图案检测方面取得出色表现。所得结果会继续馈送至下一层以及后续更多层，并会不断完善，直到整个物体得以识别出来。</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a:latin typeface="Open Sans"/>
                <a:ea typeface="Noto Sans SC"/>
                <a:cs typeface="Open Sans"/>
                <a:sym typeface="Open Sans"/>
              </a:rPr>
              <a:t>这是对 ASL 数据集使用四个卷积层（每层包含三个神经元）后的处理结果。我们的图像很小，所以并没有什么特别的地方……</a:t>
            </a:r>
            <a:endParaRPr>
              <a:latin typeface="Open Sans"/>
              <a:ea typeface="Noto Sans SC"/>
              <a:cs typeface="Open Sans"/>
              <a:sym typeface="Open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23: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p23: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……我还通过 </a:t>
            </a:r>
            <a:r>
              <a:rPr lang="en-US" u="sng">
                <a:solidFill>
                  <a:schemeClr val="hlink"/>
                </a:solidFill>
                <a:latin typeface="Open Sans"/>
                <a:ea typeface="Noto Sans SC"/>
                <a:cs typeface="Open Sans"/>
                <a:sym typeface="Open Sans"/>
                <a:hlinkClick r:id="rId2"/>
              </a:rPr>
              <a:t>https://deepdreamgenerator.com/</a:t>
            </a:r>
            <a:r>
              <a:rPr lang="en-US">
                <a:latin typeface="Open Sans"/>
                <a:ea typeface="Noto Sans SC"/>
                <a:cs typeface="Open Sans"/>
                <a:sym typeface="Open Sans"/>
              </a:rPr>
              <a:t> 运行了 Marbles。</a:t>
            </a:r>
            <a:endParaRPr>
              <a:latin typeface="Open Sans"/>
              <a:ea typeface="Noto Sans SC"/>
              <a:cs typeface="Open Sans"/>
              <a:sym typeface="Open Sans"/>
            </a:endParaRPr>
          </a:p>
          <a:p>
            <a:pPr indent="0" lvl="0" marL="0" rtl="0" algn="l">
              <a:lnSpc>
                <a:spcPct val="100000"/>
              </a:lnSpc>
              <a:spcBef>
                <a:spcPts val="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0"/>
              </a:spcBef>
              <a:spcAft>
                <a:spcPts val="0"/>
              </a:spcAft>
              <a:buSzPts val="1400"/>
              <a:buNone/>
            </a:pPr>
            <a:r>
              <a:rPr lang="en-US">
                <a:latin typeface="Open Sans"/>
                <a:ea typeface="Noto Sans SC"/>
                <a:cs typeface="Open Sans"/>
                <a:sym typeface="Open Sans"/>
              </a:rPr>
              <a:t>这个图像生成器是使用更大的网络在包含许多类型的物体的大量高分辨率照片上构建的。通过解读这些生成的图像，我们试图读懂人工智能。这听起来并不科学，但是我几乎可以在生成的右图中认出一只卡通狗。之所以在左图的基础上生成的图像具有很多狗的身体部分，这是因为 Google的Inception网络最初是接受大量狗照片训练的，因此，用于可视化中间层的工具最终利用其训练时抽取的狗的特征在左图的基础上逆向生成了许多</a:t>
            </a:r>
            <a:r>
              <a:rPr lang="en-US">
                <a:solidFill>
                  <a:srgbClr val="000000"/>
                </a:solidFill>
                <a:latin typeface="Open Sans"/>
                <a:ea typeface="Noto Sans SC"/>
                <a:cs typeface="Open Sans"/>
                <a:sym typeface="Open Sans"/>
              </a:rPr>
              <a:t>梦幻般的</a:t>
            </a:r>
            <a:r>
              <a:rPr lang="en-US">
                <a:latin typeface="Open Sans"/>
                <a:ea typeface="Noto Sans SC"/>
                <a:cs typeface="Open Sans"/>
                <a:sym typeface="Open Sans"/>
              </a:rPr>
              <a:t>狗的照片。</a:t>
            </a:r>
            <a:r>
              <a:rPr lang="en-US">
                <a:solidFill>
                  <a:srgbClr val="000000"/>
                </a:solidFill>
                <a:latin typeface="Open Sans"/>
                <a:ea typeface="Noto Sans SC"/>
                <a:cs typeface="Open Sans"/>
                <a:sym typeface="Open Sans"/>
              </a:rPr>
              <a:t>它将增强能够在作为生成器的输入的左图中检测到的图案或物体（比如左边的球被增强为狗的头）。</a:t>
            </a:r>
            <a:endParaRPr/>
          </a:p>
          <a:p>
            <a:pPr indent="0" lvl="0" marL="0" rtl="0" algn="l">
              <a:lnSpc>
                <a:spcPct val="100000"/>
              </a:lnSpc>
              <a:spcBef>
                <a:spcPts val="0"/>
              </a:spcBef>
              <a:spcAft>
                <a:spcPts val="0"/>
              </a:spcAft>
              <a:buSzPts val="1400"/>
              <a:buNone/>
            </a:pPr>
            <a:r>
              <a:t/>
            </a:r>
            <a:endParaRPr>
              <a:solidFill>
                <a:srgbClr val="000000"/>
              </a:solidFill>
              <a:latin typeface="Open Sans"/>
              <a:ea typeface="Noto Sans SC"/>
              <a:cs typeface="Open Sans"/>
              <a:sym typeface="Open Sans"/>
            </a:endParaRPr>
          </a:p>
          <a:p>
            <a:pPr indent="0" lvl="0" marL="0" marR="0" rtl="0" algn="l">
              <a:lnSpc>
                <a:spcPct val="100000"/>
              </a:lnSpc>
              <a:spcBef>
                <a:spcPts val="0"/>
              </a:spcBef>
              <a:spcAft>
                <a:spcPts val="0"/>
              </a:spcAft>
              <a:buClr>
                <a:srgbClr val="000000"/>
              </a:buClr>
              <a:buSzPts val="1400"/>
              <a:buFont typeface="Open Sans"/>
              <a:buNone/>
            </a:pPr>
            <a:r>
              <a:rPr lang="en-US" u="sng">
                <a:solidFill>
                  <a:schemeClr val="hlink"/>
                </a:solidFill>
                <a:latin typeface="Open Sans"/>
                <a:ea typeface="Noto Sans SC"/>
                <a:cs typeface="Open Sans"/>
                <a:sym typeface="Open Sans"/>
                <a:hlinkClick r:id="rId3"/>
              </a:rPr>
              <a:t>https://towardsdatascience.com/how-to-visualize-convolutional-features-in-40-lines-of-code-70b7d87b0030</a:t>
            </a:r>
            <a:endParaRPr>
              <a:latin typeface="Open Sans"/>
              <a:ea typeface="Noto Sans SC"/>
              <a:cs typeface="Open Sans"/>
              <a:sym typeface="Open Sans"/>
            </a:endParaRPr>
          </a:p>
          <a:p>
            <a:pPr indent="0" lvl="0" marL="0" rtl="0" algn="l">
              <a:lnSpc>
                <a:spcPct val="100000"/>
              </a:lnSpc>
              <a:spcBef>
                <a:spcPts val="0"/>
              </a:spcBef>
              <a:spcAft>
                <a:spcPts val="0"/>
              </a:spcAft>
              <a:buSzPts val="1400"/>
              <a:buNone/>
            </a:pPr>
            <a:r>
              <a:t/>
            </a:r>
            <a:endParaRPr>
              <a:solidFill>
                <a:srgbClr val="000000"/>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24: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 name="Google Shape;440;p24: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b="0" i="0" lang="en-US" sz="1100" u="none" strike="noStrike">
                <a:solidFill>
                  <a:schemeClr val="dk1"/>
                </a:solidFill>
                <a:latin typeface="Open Sans"/>
                <a:ea typeface="Noto Sans SC"/>
                <a:cs typeface="Open Sans"/>
                <a:sym typeface="Open Sans"/>
              </a:rPr>
              <a:t>我们马上就可以进行下一个实验了，不过在此之前还有更多技巧可以帮助我们化解疑难。</a:t>
            </a:r>
            <a:endParaRPr>
              <a:latin typeface="Open Sans"/>
              <a:ea typeface="Noto Sans SC"/>
              <a:cs typeface="Open Sans"/>
              <a:sym typeface="Open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25: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p25: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b="0" i="0" lang="en-US" sz="1100" u="none" strike="noStrike">
                <a:solidFill>
                  <a:schemeClr val="dk1"/>
                </a:solidFill>
                <a:latin typeface="Open Sans"/>
                <a:ea typeface="Noto Sans SC"/>
                <a:cs typeface="Open Sans"/>
                <a:sym typeface="Open Sans"/>
              </a:rPr>
              <a:t>通过池化，我们可以查看窗口中的所有数值，并执行简单的统计计算。最常用的池化方法是最大池化，即取窗口中的最大值，然后丢弃其余的值。此技巧在处理较大图像时尤其有用，因为它可以将图像缩小到较小的尺寸，进而减少计算量，让处理过程更快、成本更低。</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26: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p26: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b="0" i="0" lang="en-US" sz="1100" u="none" strike="noStrike">
                <a:solidFill>
                  <a:schemeClr val="dk1"/>
                </a:solidFill>
                <a:latin typeface="Open Sans"/>
                <a:ea typeface="Noto Sans SC"/>
                <a:cs typeface="Open Sans"/>
                <a:sym typeface="Open Sans"/>
              </a:rPr>
              <a:t>Dropout 则是另一个有趣的工具，它在一定程度上反映了集成学习(E</a:t>
            </a:r>
            <a:r>
              <a:rPr lang="en-US">
                <a:latin typeface="Open Sans"/>
                <a:ea typeface="Noto Sans SC"/>
                <a:cs typeface="Open Sans"/>
                <a:sym typeface="Open Sans"/>
              </a:rPr>
              <a:t>msemble Learning)</a:t>
            </a:r>
            <a:r>
              <a:rPr b="0" i="0" lang="en-US" sz="1100" u="none" strike="noStrike">
                <a:solidFill>
                  <a:schemeClr val="dk1"/>
                </a:solidFill>
                <a:latin typeface="Open Sans"/>
                <a:ea typeface="Noto Sans SC"/>
                <a:cs typeface="Open Sans"/>
                <a:sym typeface="Open Sans"/>
              </a:rPr>
              <a:t>的思想。在训练过程中，我们将以指定的丢弃率随机关闭神经元，这意味着被关闭的神经元在相应的训练步骤中将无法进行学习。这可以防止过拟合，同时消除对任何特定输入或神经元的过度依赖。注意不要将丢弃率设为 1！因为此操作会将所有神经元关闭，导致模型无法学习。</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b="0" i="0" sz="110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rPr b="0" i="0" lang="en-US" sz="1100" u="none" strike="noStrike">
                <a:solidFill>
                  <a:schemeClr val="dk1"/>
                </a:solidFill>
                <a:latin typeface="Open Sans"/>
                <a:ea typeface="Noto Sans SC"/>
                <a:cs typeface="Open Sans"/>
                <a:sym typeface="Open Sans"/>
              </a:rPr>
              <a:t>在验证或预测过程中，再将所有神经元重新打开。</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en-US" u="sng">
                <a:solidFill>
                  <a:schemeClr val="hlink"/>
                </a:solidFill>
                <a:latin typeface="Open Sans"/>
                <a:ea typeface="Noto Sans SC"/>
                <a:cs typeface="Open Sans"/>
                <a:sym typeface="Open Sans"/>
                <a:hlinkClick r:id="rId2"/>
              </a:rPr>
              <a:t>https://www.tensorflow.org/api_docs/python/tf/nn/dropout</a:t>
            </a:r>
            <a:endParaRPr>
              <a:latin typeface="Open Sans"/>
              <a:ea typeface="Noto Sans SC"/>
              <a:cs typeface="Open Sans"/>
              <a:sym typeface="Open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27: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5" name="Google Shape;545;p27: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Clr>
                <a:schemeClr val="dk1"/>
              </a:buClr>
              <a:buSzPts val="1100"/>
              <a:buFont typeface="Open Sans"/>
              <a:buNone/>
            </a:pPr>
            <a:r>
              <a:rPr lang="en-US" sz="1100">
                <a:latin typeface="Open Sans"/>
                <a:ea typeface="Noto Sans SC"/>
                <a:cs typeface="Open Sans"/>
                <a:sym typeface="Open Sans"/>
              </a:rPr>
              <a:t>这是我们将在下一个实验中使用的网络！</a:t>
            </a:r>
            <a:endParaRPr>
              <a:latin typeface="Open Sans"/>
              <a:ea typeface="Noto Sans SC"/>
              <a:cs typeface="Open Sans"/>
              <a:sym typeface="Open Sans"/>
            </a:endParaRPr>
          </a:p>
          <a:p>
            <a:pPr indent="0" lvl="0" marL="0" rtl="0" algn="l">
              <a:lnSpc>
                <a:spcPct val="100000"/>
              </a:lnSpc>
              <a:spcBef>
                <a:spcPts val="330"/>
              </a:spcBef>
              <a:spcAft>
                <a:spcPts val="0"/>
              </a:spcAft>
              <a:buClr>
                <a:schemeClr val="dk1"/>
              </a:buClr>
              <a:buSzPts val="1100"/>
              <a:buFont typeface="Open Sans"/>
              <a:buNone/>
            </a:pPr>
            <a:r>
              <a:t/>
            </a:r>
            <a:endParaRPr sz="1100">
              <a:latin typeface="Open Sans"/>
              <a:ea typeface="Noto Sans SC"/>
              <a:cs typeface="Open Sans"/>
              <a:sym typeface="Open Sans"/>
            </a:endParaRPr>
          </a:p>
          <a:p>
            <a:pPr indent="0" lvl="0" marL="0" rtl="0" algn="l">
              <a:lnSpc>
                <a:spcPct val="100000"/>
              </a:lnSpc>
              <a:spcBef>
                <a:spcPts val="330"/>
              </a:spcBef>
              <a:spcAft>
                <a:spcPts val="0"/>
              </a:spcAft>
              <a:buClr>
                <a:schemeClr val="dk1"/>
              </a:buClr>
              <a:buSzPts val="1100"/>
              <a:buFont typeface="Open Sans"/>
              <a:buNone/>
            </a:pPr>
            <a:r>
              <a:rPr lang="en-US" sz="1100">
                <a:latin typeface="Open Sans"/>
                <a:ea typeface="Noto Sans SC"/>
                <a:cs typeface="Open Sans"/>
                <a:sym typeface="Open Sans"/>
              </a:rPr>
              <a:t>我们还将执行批量归一化操作，在该操作过程中，我们会对训练过程中各层之间的权重变化量进行归一化。批量归一化是为防止内部协变量偏移，但事实证明，它并未真正做到这一点。即便如此，从经验来看，此方法似乎仍对目标检测网络有所帮助。</a:t>
            </a:r>
            <a:endParaRPr>
              <a:latin typeface="Open Sans"/>
              <a:ea typeface="Noto Sans SC"/>
              <a:cs typeface="Open Sans"/>
              <a:sym typeface="Open Sans"/>
            </a:endParaRPr>
          </a:p>
          <a:p>
            <a:pPr indent="0" lvl="0" marL="0" rtl="0" algn="l">
              <a:lnSpc>
                <a:spcPct val="100000"/>
              </a:lnSpc>
              <a:spcBef>
                <a:spcPts val="330"/>
              </a:spcBef>
              <a:spcAft>
                <a:spcPts val="0"/>
              </a:spcAft>
              <a:buClr>
                <a:schemeClr val="dk1"/>
              </a:buClr>
              <a:buSzPts val="1100"/>
              <a:buFont typeface="Open Sans"/>
              <a:buNone/>
            </a:pPr>
            <a:r>
              <a:t/>
            </a:r>
            <a:endParaRPr sz="1100" u="sng">
              <a:solidFill>
                <a:schemeClr val="hlink"/>
              </a:solidFill>
              <a:latin typeface="Open Sans"/>
              <a:ea typeface="Noto Sans SC"/>
              <a:cs typeface="Open Sans"/>
              <a:sym typeface="Open Sans"/>
              <a:hlinkClick r:id="rId2"/>
            </a:endParaRPr>
          </a:p>
          <a:p>
            <a:pPr indent="0" lvl="0" marL="0" rtl="0" algn="l">
              <a:lnSpc>
                <a:spcPct val="100000"/>
              </a:lnSpc>
              <a:spcBef>
                <a:spcPts val="330"/>
              </a:spcBef>
              <a:spcAft>
                <a:spcPts val="0"/>
              </a:spcAft>
              <a:buClr>
                <a:schemeClr val="dk1"/>
              </a:buClr>
              <a:buSzPts val="1100"/>
              <a:buFont typeface="Open Sans"/>
              <a:buNone/>
            </a:pPr>
            <a:r>
              <a:rPr lang="en-US" u="sng">
                <a:solidFill>
                  <a:schemeClr val="hlink"/>
                </a:solidFill>
                <a:latin typeface="Open Sans"/>
                <a:ea typeface="Noto Sans SC"/>
                <a:cs typeface="Open Sans"/>
                <a:sym typeface="Open Sans"/>
                <a:hlinkClick r:id="rId3"/>
              </a:rPr>
              <a:t>https://blog.paperspace.com/busting-the-myths-about-batch-normalization/</a:t>
            </a:r>
            <a:endParaRPr>
              <a:latin typeface="Open Sans"/>
              <a:ea typeface="Noto Sans SC"/>
              <a:cs typeface="Open Sans"/>
              <a:sym typeface="Open Sans"/>
            </a:endParaRPr>
          </a:p>
          <a:p>
            <a:pPr indent="0" lvl="0" marL="0" rtl="0" algn="l">
              <a:lnSpc>
                <a:spcPct val="100000"/>
              </a:lnSpc>
              <a:spcBef>
                <a:spcPts val="330"/>
              </a:spcBef>
              <a:spcAft>
                <a:spcPts val="0"/>
              </a:spcAft>
              <a:buClr>
                <a:schemeClr val="dk1"/>
              </a:buClr>
              <a:buSzPts val="1100"/>
              <a:buFont typeface="Open Sans"/>
              <a:buNone/>
            </a:pPr>
            <a:r>
              <a:rPr lang="en-US" u="sng">
                <a:solidFill>
                  <a:schemeClr val="hlink"/>
                </a:solidFill>
                <a:latin typeface="Open Sans"/>
                <a:ea typeface="Noto Sans SC"/>
                <a:cs typeface="Open Sans"/>
                <a:sym typeface="Open Sans"/>
                <a:hlinkClick r:id="rId4"/>
              </a:rPr>
              <a:t>https://papers.nips.cc/paper/7515-how-does-batch-normalization-help-optimization.pdf</a:t>
            </a:r>
            <a:endParaRPr sz="1100">
              <a:latin typeface="Open Sans"/>
              <a:ea typeface="Noto Sans SC"/>
              <a:cs typeface="Open Sans"/>
              <a:sym typeface="Open Sans"/>
            </a:endParaRPr>
          </a:p>
          <a:p>
            <a:pPr indent="0" lvl="0" marL="0" rtl="0" algn="l">
              <a:lnSpc>
                <a:spcPct val="100000"/>
              </a:lnSpc>
              <a:spcBef>
                <a:spcPts val="330"/>
              </a:spcBef>
              <a:spcAft>
                <a:spcPts val="0"/>
              </a:spcAft>
              <a:buClr>
                <a:schemeClr val="dk1"/>
              </a:buClr>
              <a:buSzPts val="1100"/>
              <a:buFont typeface="Open Sans"/>
              <a:buNone/>
            </a:pPr>
            <a:r>
              <a:t/>
            </a:r>
            <a:endParaRPr sz="1100">
              <a:latin typeface="Open Sans"/>
              <a:ea typeface="Noto Sans SC"/>
              <a:cs typeface="Open Sans"/>
              <a:sym typeface="Open Sans"/>
            </a:endParaRPr>
          </a:p>
          <a:p>
            <a:pPr indent="0" lvl="0" marL="0" rtl="0" algn="l">
              <a:lnSpc>
                <a:spcPct val="100000"/>
              </a:lnSpc>
              <a:spcBef>
                <a:spcPts val="330"/>
              </a:spcBef>
              <a:spcAft>
                <a:spcPts val="0"/>
              </a:spcAft>
              <a:buClr>
                <a:schemeClr val="dk1"/>
              </a:buClr>
              <a:buSzPts val="1100"/>
              <a:buFont typeface="Open Sans"/>
              <a:buNone/>
            </a:pPr>
            <a:r>
              <a:rPr lang="en-US" sz="1100">
                <a:latin typeface="Open Sans"/>
                <a:ea typeface="Noto Sans SC"/>
                <a:cs typeface="Open Sans"/>
                <a:sym typeface="Open Sans"/>
              </a:rPr>
              <a:t>我们将在下一个实验中执行以下操作：</a:t>
            </a:r>
            <a:endParaRPr>
              <a:latin typeface="Open Sans"/>
              <a:ea typeface="Noto Sans SC"/>
              <a:cs typeface="Open Sans"/>
              <a:sym typeface="Open Sans"/>
            </a:endParaRPr>
          </a:p>
          <a:p>
            <a:pPr indent="-273050" lvl="0" marL="342900" rtl="0" algn="l">
              <a:lnSpc>
                <a:spcPct val="100000"/>
              </a:lnSpc>
              <a:spcBef>
                <a:spcPts val="330"/>
              </a:spcBef>
              <a:spcAft>
                <a:spcPts val="0"/>
              </a:spcAft>
              <a:buClr>
                <a:schemeClr val="dk1"/>
              </a:buClr>
              <a:buSzPts val="1100"/>
              <a:buFont typeface="Open Sans"/>
              <a:buNone/>
            </a:pPr>
            <a:r>
              <a:t/>
            </a:r>
            <a:endParaRPr sz="1100">
              <a:latin typeface="Open Sans"/>
              <a:ea typeface="Noto Sans SC"/>
              <a:cs typeface="Open Sans"/>
              <a:sym typeface="Open Sans"/>
            </a:endParaRPr>
          </a:p>
          <a:p>
            <a:pPr indent="-342900" lvl="0" marL="342900" rtl="0" algn="l">
              <a:lnSpc>
                <a:spcPct val="100000"/>
              </a:lnSpc>
              <a:spcBef>
                <a:spcPts val="330"/>
              </a:spcBef>
              <a:spcAft>
                <a:spcPts val="0"/>
              </a:spcAft>
              <a:buClr>
                <a:schemeClr val="dk1"/>
              </a:buClr>
              <a:buSzPts val="1100"/>
              <a:buFont typeface="Open Sans"/>
              <a:buChar char="-"/>
            </a:pPr>
            <a:r>
              <a:rPr lang="en-US" sz="1100">
                <a:latin typeface="Open Sans"/>
                <a:ea typeface="Noto Sans SC"/>
                <a:cs typeface="Open Sans"/>
                <a:sym typeface="Open Sans"/>
              </a:rPr>
              <a:t>正确调整数据形状</a:t>
            </a:r>
            <a:endParaRPr>
              <a:latin typeface="Open Sans"/>
              <a:ea typeface="Noto Sans SC"/>
              <a:cs typeface="Open Sans"/>
              <a:sym typeface="Open Sans"/>
            </a:endParaRPr>
          </a:p>
          <a:p>
            <a:pPr indent="-342900" lvl="0" marL="342900" rtl="0" algn="l">
              <a:lnSpc>
                <a:spcPct val="100000"/>
              </a:lnSpc>
              <a:spcBef>
                <a:spcPts val="330"/>
              </a:spcBef>
              <a:spcAft>
                <a:spcPts val="0"/>
              </a:spcAft>
              <a:buClr>
                <a:schemeClr val="dk1"/>
              </a:buClr>
              <a:buSzPts val="1100"/>
              <a:buFont typeface="Open Sans"/>
              <a:buChar char="-"/>
            </a:pPr>
            <a:r>
              <a:rPr lang="en-US" sz="1100">
                <a:latin typeface="Open Sans"/>
                <a:ea typeface="Noto Sans SC"/>
                <a:cs typeface="Open Sans"/>
                <a:sym typeface="Open Sans"/>
              </a:rPr>
              <a:t>创建 CNN 模型</a:t>
            </a:r>
            <a:endParaRPr>
              <a:latin typeface="Open Sans"/>
              <a:ea typeface="Noto Sans SC"/>
              <a:cs typeface="Open Sans"/>
              <a:sym typeface="Open Sans"/>
            </a:endParaRPr>
          </a:p>
          <a:p>
            <a:pPr indent="-342900" lvl="0" marL="342900" rtl="0" algn="l">
              <a:lnSpc>
                <a:spcPct val="100000"/>
              </a:lnSpc>
              <a:spcBef>
                <a:spcPts val="330"/>
              </a:spcBef>
              <a:spcAft>
                <a:spcPts val="0"/>
              </a:spcAft>
              <a:buClr>
                <a:schemeClr val="dk1"/>
              </a:buClr>
              <a:buSzPts val="1100"/>
              <a:buFont typeface="Open Sans"/>
              <a:buChar char="-"/>
            </a:pPr>
            <a:r>
              <a:rPr lang="en-US" sz="1100">
                <a:latin typeface="Open Sans"/>
                <a:ea typeface="Noto Sans SC"/>
                <a:cs typeface="Open Sans"/>
                <a:sym typeface="Open Sans"/>
              </a:rPr>
              <a:t>像之前一样进行训练</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28: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3" name="Google Shape;573;p28: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en-US">
                <a:latin typeface="Open Sans"/>
                <a:ea typeface="Noto Sans SC"/>
                <a:cs typeface="Open Sans"/>
                <a:sym typeface="Open Sans"/>
              </a:rPr>
              <a:t>现在</a:t>
            </a:r>
            <a:r>
              <a:rPr b="0" i="0" lang="en-US" sz="1100" u="none" strike="noStrike">
                <a:solidFill>
                  <a:schemeClr val="dk1"/>
                </a:solidFill>
                <a:latin typeface="Open Sans"/>
                <a:ea typeface="Noto Sans SC"/>
                <a:cs typeface="Open Sans"/>
                <a:sym typeface="Open Sans"/>
              </a:rPr>
              <a:t>让我们开始</a:t>
            </a:r>
            <a:r>
              <a:rPr lang="en-US">
                <a:latin typeface="Open Sans"/>
                <a:ea typeface="Noto Sans SC"/>
                <a:cs typeface="Open Sans"/>
                <a:sym typeface="Open Sans"/>
              </a:rPr>
              <a:t>做动手实验。</a:t>
            </a:r>
            <a:endParaRPr>
              <a:latin typeface="Open Sans"/>
              <a:ea typeface="Noto Sans SC"/>
              <a:cs typeface="Open Sans"/>
              <a:sym typeface="Open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f982e9833a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8" name="Google Shape;578;g3f982e9833a_0_0:notes"/>
          <p:cNvSpPr txBox="1"/>
          <p:nvPr>
            <p:ph idx="1" type="body"/>
          </p:nvPr>
        </p:nvSpPr>
        <p:spPr>
          <a:xfrm>
            <a:off x="701040" y="4415790"/>
            <a:ext cx="5608200" cy="4183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330"/>
              </a:spcBef>
              <a:spcAft>
                <a:spcPts val="0"/>
              </a:spcAft>
              <a:buSzPts val="1400"/>
              <a:buNone/>
            </a:pPr>
            <a:r>
              <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sz="1100" u="none" strike="noStrike">
              <a:solidFill>
                <a:schemeClr val="dk1"/>
              </a:solidFill>
              <a:latin typeface="Open Sans"/>
              <a:ea typeface="Noto Sans SC"/>
              <a:cs typeface="Open Sans"/>
              <a:sym typeface="Open San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6" name="Shape 6"/>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Content">
  <p:cSld name="Title, Subtitle, and Content">
    <p:spTree>
      <p:nvGrpSpPr>
        <p:cNvPr id="9" name="Shape 9"/>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showMasterSp="0">
  <p:cSld name="Closing Slide">
    <p:spTree>
      <p:nvGrpSpPr>
        <p:cNvPr id="11" name="Shape 11"/>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 name="Shape 8"/>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2" r:id="rId1"/>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 name="Shape 1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4" r:id="rId1"/>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support.microsoft.com/en-us/office/foundations-experiences/what-am-i-allowed-to-use-premium-creative-content-for"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5.png"/><Relationship Id="rId7" Type="http://schemas.openxmlformats.org/officeDocument/2006/relationships/image" Target="../media/image3.png"/><Relationship Id="rId8" Type="http://schemas.openxmlformats.org/officeDocument/2006/relationships/image" Target="../media/image1.png"/><Relationship Id="rId9" Type="http://schemas.openxmlformats.org/officeDocument/2006/relationships/image" Target="../media/image2.png"/><Relationship Id="rId10"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5.png"/><Relationship Id="rId7" Type="http://schemas.openxmlformats.org/officeDocument/2006/relationships/image" Target="../media/image3.png"/><Relationship Id="rId8" Type="http://schemas.openxmlformats.org/officeDocument/2006/relationships/image" Target="../media/image1.png"/><Relationship Id="rId9" Type="http://schemas.openxmlformats.org/officeDocument/2006/relationships/image" Target="../media/image2.png"/><Relationship Id="rId10"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5.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4.jpg"/><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hyperlink" Target="https://nvidia.cn/training" TargetMode="External"/><Relationship Id="rId4" Type="http://schemas.openxmlformats.org/officeDocument/2006/relationships/hyperlink" Target="https://www.nvidia.cn/training/certification" TargetMode="External"/><Relationship Id="rId5" Type="http://schemas.openxmlformats.org/officeDocument/2006/relationships/hyperlink" Target="https://www.nvidia.cn/training/find-training/" TargetMode="External"/><Relationship Id="rId6" Type="http://schemas.openxmlformats.org/officeDocument/2006/relationships/hyperlink" Target="https://www.nvidia.cn/training/online" TargetMode="External"/><Relationship Id="rId7" Type="http://schemas.openxmlformats.org/officeDocument/2006/relationships/hyperlink" Target="http://www.bagevent.com/event/8359360" TargetMode="External"/><Relationship Id="rId8" Type="http://schemas.openxmlformats.org/officeDocument/2006/relationships/hyperlink" Target="mailto:dlichina@nvidia.com"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Course Title"/>
          <p:cNvSpPr txBox="1"/>
          <p:nvPr/>
        </p:nvSpPr>
        <p:spPr>
          <a:xfrm>
            <a:off x="685800" y="2267712"/>
            <a:ext cx="9601200" cy="1005840"/>
          </a:xfrm>
          <a:prstGeom prst="rect">
            <a:avLst/>
          </a:prstGeom>
          <a:noFill/>
          <a:ln>
            <a:noFill/>
          </a:ln>
        </p:spPr>
        <p:txBody>
          <a:bodyPr wrap="none" lIns="0" rIns="0" tIns="0" bIns="0" anchor="ctr" anchorCtr="1"/>
          <a:lstStyle/>
          <a:p>
            <a:pPr algn="ctr">
              <a:buNone/>
            </a:pPr>
            <a:r>
              <a:rPr sz="3200" lang="en-US" b="1">
                <a:solidFill>
                  <a:srgbClr val="000000"/>
                </a:solidFill>
                <a:latin typeface="Noto Sans SC"/>
                <a:ea typeface="Noto Sans SC"/>
                <a:cs typeface="Open Sans"/>
                <a:sym typeface="Open Sans"/>
              </a:rPr>
              <a:t>深度学习新手入门</a:t>
            </a:r>
            <a:endParaRPr sz="3200" b="1">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3"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
        <p:nvSpPr>
          <p:cNvPr id="4" name="Course Part Subtitle"/>
          <p:cNvSpPr txBox="1"/>
          <p:nvPr/>
        </p:nvSpPr>
        <p:spPr>
          <a:xfrm>
            <a:off x="685800" y="3310128"/>
            <a:ext cx="9601200" cy="502920"/>
          </a:xfrm>
          <a:prstGeom prst="rect">
            <a:avLst/>
          </a:prstGeom>
          <a:noFill/>
        </p:spPr>
        <p:txBody>
          <a:bodyPr wrap="none" lIns="0" rIns="0" tIns="0" bIns="0" anchor="ctr">
            <a:spAutoFit/>
          </a:bodyPr>
          <a:lstStyle/>
          <a:p>
            <a:pPr algn="ctr">
              <a:spcBef>
                <a:spcPts val="0"/>
              </a:spcBef>
              <a:spcAft>
                <a:spcPts val="0"/>
              </a:spcAft>
            </a:pPr>
            <a:r>
              <a:rPr sz="1800" b="0" i="0">
                <a:solidFill>
                  <a:srgbClr val="000000"/>
                </a:solidFill>
                <a:latin typeface="Noto Sans SC"/>
                <a:ea typeface="Noto Sans SC"/>
                <a:cs typeface="Open Sans"/>
                <a:sym typeface="Open Sans"/>
              </a:rPr>
              <a:t>第</a:t>
            </a:r>
            <a:r>
              <a:rPr sz="1800" b="0" i="0">
                <a:solidFill>
                  <a:srgbClr val="000000"/>
                </a:solidFill>
                <a:latin typeface="Open Sans"/>
                <a:ea typeface="Noto Sans SC"/>
                <a:cs typeface="Open Sans"/>
                <a:sym typeface="Open Sans"/>
              </a:rPr>
              <a:t> 3 </a:t>
            </a:r>
            <a:r>
              <a:rPr sz="1800" b="0" i="0">
                <a:solidFill>
                  <a:srgbClr val="000000"/>
                </a:solidFill>
                <a:latin typeface="Noto Sans SC"/>
                <a:ea typeface="Noto Sans SC"/>
                <a:cs typeface="Open Sans"/>
                <a:sym typeface="Open Sans"/>
              </a:rPr>
              <a:t>部分</a:t>
            </a:r>
            <a:r>
              <a:rPr sz="1800" b="0" i="0">
                <a:solidFill>
                  <a:srgbClr val="000000"/>
                </a:solidFill>
                <a:latin typeface="Open Sans"/>
                <a:ea typeface="Noto Sans SC"/>
                <a:cs typeface="Open Sans"/>
                <a:sym typeface="Open Sans"/>
              </a:rPr>
              <a:t>：</a:t>
            </a:r>
            <a:r>
              <a:rPr sz="1800" b="0" i="0">
                <a:solidFill>
                  <a:srgbClr val="000000"/>
                </a:solidFill>
                <a:latin typeface="Noto Sans SC"/>
                <a:ea typeface="Noto Sans SC"/>
                <a:cs typeface="Open Sans"/>
                <a:sym typeface="Open Sans"/>
              </a:rPr>
              <a:t>卷积神经网络</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xmlns:p="http://schemas.openxmlformats.org/presentationml/2006/main" xmlns:a="http://schemas.openxmlformats.org/drawingml/2006/main">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C4C99-3AA4-6FAE-E4D2-E87C07DA3E13}"/>
              </a:ext>
            </a:extLst>
          </p:cNvPr>
          <p:cNvSpPr txBox="1">
            <a:spLocks noGrp="1"/>
          </p:cNvSpPr>
          <p:nvPr/>
        </p:nvSpPr>
        <p:spPr>
          <a:xfrm>
            <a:off x="779069" y="2048878"/>
            <a:ext cx="3642970" cy="1009708"/>
          </a:xfrm>
        </p:spPr>
        <p:txBody>
          <a:bodyPr vert="horz" lIns="27432" tIns="13716" rIns="27432" bIns="13716" rtlCol="0" anchor="b">
            <a:normAutofit/>
          </a:bodyPr>
          <a:lstStyle>
            <a:lvl1pPr algn="l" defTabSz="2743200" rtl="0" eaLnBrk="1" latinLnBrk="0" hangingPunct="1">
              <a:lnSpc>
                <a:spcPct val="90000"/>
              </a:lnSpc>
              <a:spcBef>
                <a:spcPts val="180"/>
              </a:spcBef>
              <a:buNone/>
              <a:defRPr sz="2160" b="1" kern="1200" cap="none" baseline="0">
                <a:solidFill>
                  <a:srgbClr val="000000"/>
                </a:solidFill>
                <a:ea typeface="Noto Sans SC"/>
                <a:latin typeface="Open Sans" panose="020B0503020203020204" pitchFamily="34" charset="0"/>
                <a:cs typeface="Open Sans" panose="020B0503020203020204" pitchFamily="34" charset="0"/>
              </a:defRPr>
              <a:spcAft>
                <a:spcPts val="180"/>
              </a:spcAft>
            </a:lvl1pPr>
          </a:lstStyle>
          <a:p>
            <a:pPr algn="l"/>
            <a:r>
              <a:rPr lang="en-US" sz="2160" b="1">
                <a:latin typeface="Open Sans"/>
              </a:rPr>
              <a:t>Third Party Content Notice</a:t>
            </a:r>
            <a:endParaRPr lang="en-US" dirty="0" sz="2160" b="1"/>
          </a:p>
        </p:txBody>
      </p:sp>
      <p:sp>
        <p:nvSpPr>
          <p:cNvPr id="3" name="Text Placeholder 2">
            <a:extLst>
              <a:ext uri="{FF2B5EF4-FFF2-40B4-BE49-F238E27FC236}">
                <a16:creationId xmlns:a16="http://schemas.microsoft.com/office/drawing/2014/main" id="{BB335D20-198A-2E02-0876-6E631CAA33EA}"/>
              </a:ext>
            </a:extLst>
          </p:cNvPr>
          <p:cNvSpPr txBox="1">
            <a:spLocks noGrp="1"/>
          </p:cNvSpPr>
          <p:nvPr/>
        </p:nvSpPr>
        <p:spPr>
          <a:xfrm>
            <a:off x="779069" y="3084936"/>
            <a:ext cx="3642970" cy="422453"/>
          </a:xfrm>
        </p:spPr>
        <p:txBody>
          <a:bodyPr/>
          <a:lstStyle>
            <a:lvl1pPr marL="0" indent="0" algn="l" defTabSz="2743200" rtl="0" eaLnBrk="1" latinLnBrk="0" hangingPunct="1">
              <a:lnSpc>
                <a:spcPct val="90000"/>
              </a:lnSpc>
              <a:spcBef>
                <a:spcPts val="180"/>
              </a:spcBef>
              <a:defRPr sz="1440" kern="1200">
                <a:ea typeface="Noto Sans SC"/>
                <a:solidFill>
                  <a:srgbClr val="76B900"/>
                </a:solidFill>
                <a:latin typeface="Open Sans" panose="020B0503020203020204" pitchFamily="34" charset="0"/>
                <a:cs typeface="Open Sans" panose="020B0503020203020204" pitchFamily="34" charset="0"/>
              </a:defRPr>
              <a:spcAft>
                <a:spcPts val="180"/>
              </a:spcAft>
              <a:buFontTx/>
              <a:buNone/>
            </a:lvl1pPr>
            <a:lvl2pPr marL="1371600" indent="0" algn="ctr" defTabSz="2743200" rtl="0" eaLnBrk="1" latinLnBrk="0" hangingPunct="1">
              <a:lnSpc>
                <a:spcPct val="90000"/>
              </a:lnSpc>
              <a:spcBef>
                <a:spcPts val="450"/>
              </a:spcBef>
              <a:defRPr sz="1320" kern="1200">
                <a:solidFill>
                  <a:srgbClr val="FFFFFF"/>
                </a:solidFill>
                <a:ea typeface="Noto Sans SC"/>
                <a:cs typeface="Open Sans"/>
                <a:latin typeface="Open Sans" panose="020B0503020203020204" pitchFamily="34" charset="0"/>
              </a:defRPr>
              <a:buFontTx/>
              <a:buNone/>
            </a:lvl2pPr>
            <a:lvl3pPr marL="2743200" indent="0" algn="ctr" defTabSz="2743200" rtl="0" eaLnBrk="1" latinLnBrk="0" hangingPunct="1">
              <a:lnSpc>
                <a:spcPct val="90000"/>
              </a:lnSpc>
              <a:spcBef>
                <a:spcPts val="450"/>
              </a:spcBef>
              <a:defRPr sz="1320" kern="1200">
                <a:solidFill>
                  <a:srgbClr val="FFFFFF"/>
                </a:solidFill>
                <a:ea typeface="Noto Sans SC"/>
                <a:cs typeface="Open Sans"/>
                <a:latin typeface="Open Sans" panose="020B0503020203020204" pitchFamily="34" charset="0"/>
              </a:defRPr>
              <a:buFontTx/>
              <a:buNone/>
            </a:lvl3pPr>
            <a:lvl4pPr marL="4114800" indent="0" algn="ctr" defTabSz="2743200" rtl="0" eaLnBrk="1" latinLnBrk="0" hangingPunct="1">
              <a:lnSpc>
                <a:spcPct val="90000"/>
              </a:lnSpc>
              <a:spcBef>
                <a:spcPts val="450"/>
              </a:spcBef>
              <a:defRPr sz="1320" kern="1200">
                <a:solidFill>
                  <a:srgbClr val="FFFFFF"/>
                </a:solidFill>
                <a:ea typeface="Noto Sans SC"/>
                <a:cs typeface="Open Sans"/>
                <a:latin typeface="Open Sans" panose="020B0503020203020204" pitchFamily="34" charset="0"/>
              </a:defRPr>
              <a:buFontTx/>
              <a:buNone/>
            </a:lvl4pPr>
            <a:lvl5pPr marL="5486400" indent="0" algn="ctr" defTabSz="2743200" rtl="0" eaLnBrk="1" latinLnBrk="0" hangingPunct="1">
              <a:lnSpc>
                <a:spcPct val="90000"/>
              </a:lnSpc>
              <a:spcBef>
                <a:spcPts val="450"/>
              </a:spcBef>
              <a:defRPr sz="1320" kern="1200">
                <a:solidFill>
                  <a:srgbClr val="FFFFFF"/>
                </a:solidFill>
                <a:ea typeface="Noto Sans SC"/>
                <a:cs typeface="Open Sans"/>
                <a:latin typeface="Open Sans" panose="020B0503020203020204" pitchFamily="34" charset="0"/>
              </a:defRPr>
              <a:buFontTx/>
              <a:buNone/>
            </a:lvl5pPr>
            <a:lvl6pPr marL="7543800" indent="-685800" algn="l" defTabSz="2743200" rtl="0" eaLnBrk="1" latinLnBrk="0" hangingPunct="1">
              <a:lnSpc>
                <a:spcPct val="90000"/>
              </a:lnSpc>
              <a:spcBef>
                <a:spcPts val="450"/>
              </a:spcBef>
              <a:buFont typeface="Open Sans" panose="020B0503020203020204" pitchFamily="34" charset="0"/>
              <a:buChar char="•"/>
              <a:defRPr sz="1620" kern="1200">
                <a:solidFill>
                  <a:srgbClr val="FFFFFF"/>
                </a:solidFill>
                <a:latin typeface="Open Sans"/>
                <a:ea typeface="Noto Sans SC"/>
                <a:cs typeface="Open Sans"/>
              </a:defRPr>
            </a:lvl6pPr>
            <a:lvl7pPr marL="8915400" indent="-685800" algn="l" defTabSz="2743200" rtl="0" eaLnBrk="1" latinLnBrk="0" hangingPunct="1">
              <a:lnSpc>
                <a:spcPct val="90000"/>
              </a:lnSpc>
              <a:spcBef>
                <a:spcPts val="450"/>
              </a:spcBef>
              <a:buFont typeface="Open Sans" panose="020B0503020203020204" pitchFamily="34" charset="0"/>
              <a:buChar char="•"/>
              <a:defRPr sz="1620" kern="1200">
                <a:solidFill>
                  <a:srgbClr val="FFFFFF"/>
                </a:solidFill>
                <a:latin typeface="Open Sans"/>
                <a:ea typeface="Noto Sans SC"/>
                <a:cs typeface="Open Sans"/>
              </a:defRPr>
            </a:lvl7pPr>
            <a:lvl8pPr marL="10287000" indent="-685800" algn="l" defTabSz="2743200" rtl="0" eaLnBrk="1" latinLnBrk="0" hangingPunct="1">
              <a:lnSpc>
                <a:spcPct val="90000"/>
              </a:lnSpc>
              <a:spcBef>
                <a:spcPts val="450"/>
              </a:spcBef>
              <a:buFont typeface="Open Sans" panose="020B0503020203020204" pitchFamily="34" charset="0"/>
              <a:buChar char="•"/>
              <a:defRPr sz="1620" kern="1200">
                <a:solidFill>
                  <a:srgbClr val="FFFFFF"/>
                </a:solidFill>
                <a:latin typeface="Open Sans"/>
                <a:ea typeface="Noto Sans SC"/>
                <a:cs typeface="Open Sans"/>
              </a:defRPr>
            </a:lvl8pPr>
            <a:lvl9pPr marL="11658600" indent="-685800" algn="l" defTabSz="2743200" rtl="0" eaLnBrk="1" latinLnBrk="0" hangingPunct="1">
              <a:lnSpc>
                <a:spcPct val="90000"/>
              </a:lnSpc>
              <a:spcBef>
                <a:spcPts val="450"/>
              </a:spcBef>
              <a:buFont typeface="Open Sans" panose="020B0503020203020204" pitchFamily="34" charset="0"/>
              <a:buChar char="•"/>
              <a:defRPr sz="1620" kern="1200">
                <a:solidFill>
                  <a:srgbClr val="FFFFFF"/>
                </a:solidFill>
                <a:latin typeface="Open Sans"/>
                <a:ea typeface="Noto Sans SC"/>
                <a:cs typeface="Open Sans"/>
              </a:defRPr>
            </a:lvl9pPr>
          </a:lstStyle>
          <a:p>
            <a:pPr algn="l"/>
            <a:r>
              <a:rPr lang="en-US" sz="1440">
                <a:latin typeface="Open Sans"/>
              </a:rPr>
              <a:t>Microsoft 365 Premium Creative Content</a:t>
            </a:r>
            <a:endParaRPr lang="en-US" dirty="0" sz="1440"/>
          </a:p>
        </p:txBody>
      </p:sp>
      <p:sp>
        <p:nvSpPr>
          <p:cNvPr id="6" name="Rectangle 5">
            <a:extLst>
              <a:ext uri="{FF2B5EF4-FFF2-40B4-BE49-F238E27FC236}">
                <a16:creationId xmlns:a16="http://schemas.microsoft.com/office/drawing/2014/main" id="{230DE533-874C-3F67-0B1B-EB1B6A11F10E}"/>
              </a:ext>
            </a:extLst>
          </p:cNvPr>
          <p:cNvSpPr/>
          <p:nvPr/>
        </p:nvSpPr>
        <p:spPr>
          <a:xfrm>
            <a:off x="4768948" y="0"/>
            <a:ext cx="6203852" cy="6172200"/>
          </a:xfrm>
          <a:prstGeom prst="rect">
            <a:avLst/>
          </a:prstGeom>
          <a:solidFill>
            <a:srgbClr val="FFFFFF">
              <a:lumMod val="95000"/>
            </a:srgbClr>
          </a:solidFill>
          <a:ln>
            <a:noFill/>
          </a:ln>
        </p:spPr>
        <p:style>
          <a:lnRef idx="2">
            <a:srgbClr val="008564">
              <a:shade val="50000"/>
            </a:srgbClr>
          </a:lnRef>
          <a:fillRef idx="1">
            <a:srgbClr val="008564"/>
          </a:fillRef>
          <a:effectRef idx="0">
            <a:srgbClr val="008564"/>
          </a:effectRef>
          <a:fontRef idx="minor">
            <a:srgbClr val="000000"/>
          </a:fontRef>
        </p:style>
        <p:txBody>
          <a:bodyPr rtlCol="0" anchor="ctr"/>
          <a:lstStyle/>
          <a:p>
            <a:pPr algn="ctr">
              <a:lnSpc>
                <a:spcPct val="90000"/>
              </a:lnSpc>
            </a:pPr>
            <a:endParaRPr lang="en-US" sz="1200" dirty="0" err="1">
              <a:solidFill>
                <a:srgbClr val="FFFFFF"/>
              </a:solidFill>
              <a:latin typeface="Open Sans" panose="020B0603020202020204" pitchFamily="34" charset="0"/>
            </a:endParaRPr>
          </a:p>
        </p:txBody>
      </p:sp>
      <p:sp>
        <p:nvSpPr>
          <p:cNvPr id="8" name="Rectangle 7">
            <a:extLst>
              <a:ext uri="{FF2B5EF4-FFF2-40B4-BE49-F238E27FC236}">
                <a16:creationId xmlns:a16="http://schemas.microsoft.com/office/drawing/2014/main" id="{482C3FCD-B910-77C2-26B4-37A0EE6E44D5}"/>
              </a:ext>
            </a:extLst>
          </p:cNvPr>
          <p:cNvSpPr/>
          <p:nvPr/>
        </p:nvSpPr>
        <p:spPr>
          <a:xfrm>
            <a:off x="5401994" y="958956"/>
            <a:ext cx="5011616" cy="4251960"/>
          </a:xfrm>
          <a:prstGeom prst="rect">
            <a:avLst/>
          </a:prstGeom>
          <a:noFill/>
          <a:ln>
            <a:noFill/>
          </a:ln>
        </p:spPr>
        <p:style>
          <a:lnRef idx="2">
            <a:srgbClr val="008564">
              <a:shade val="50000"/>
            </a:srgbClr>
          </a:lnRef>
          <a:fillRef idx="1">
            <a:srgbClr val="008564"/>
          </a:fillRef>
          <a:effectRef idx="0">
            <a:srgbClr val="008564"/>
          </a:effectRef>
          <a:fontRef idx="minor">
            <a:srgbClr val="000000"/>
          </a:fontRef>
        </p:style>
        <p:txBody>
          <a:bodyPr rtlCol="0" anchor="ctr"/>
          <a:lstStyle/>
          <a:p>
            <a:r>
              <a:rPr lang="en-US" sz="1200" dirty="0">
                <a:solidFill>
                  <a:srgbClr val="000000"/>
                </a:solidFill>
                <a:latin typeface="Open Sans"/>
              </a:rPr>
              <a:t>This slide deck includes Microsoft 365 stock images, icons, or other premium creative content.</a:t>
            </a:r>
          </a:p>
          <a:p>
            <a:endParaRPr lang="en-US" sz="1200" dirty="0">
              <a:solidFill>
                <a:srgbClr val="000000"/>
              </a:solidFill>
            </a:endParaRPr>
          </a:p>
          <a:p>
            <a:r>
              <a:rPr lang="en-US" sz="1200" dirty="0">
                <a:solidFill>
                  <a:srgbClr val="000000"/>
                </a:solidFill>
                <a:latin typeface="Open Sans"/>
              </a:rPr>
              <a:t>These Microsoft assets are not licensed under this project’s open-source license. They are included only under Microsoft’s applicable Microsoft 365 premium creative content terms:</a:t>
            </a:r>
          </a:p>
          <a:p>
            <a:br>
              <a:rPr lang="en-US" sz="1200" dirty="0">
                <a:solidFill>
                  <a:srgbClr val="000000"/>
                </a:solidFill>
              </a:rPr>
            </a:br>
            <a:endParaRPr lang="en-US" sz="1200" dirty="0">
              <a:solidFill>
                <a:srgbClr val="000000"/>
              </a:solidFill>
            </a:endParaRPr>
          </a:p>
          <a:p>
            <a:r>
              <a:rPr lang="en-US" sz="1200" dirty="0" u="sng">
                <a:solidFill>
                  <a:srgbClr val="76B900"/>
                </a:solidFill>
                <a:latin typeface="Open Sans"/>
                <a:hlinkClick r:id="rId2"/>
              </a:rPr>
              <a:t>https://support.microsoft.com/en-us/office/foundations-experiences/what-am-i-allowed-to-use-premium-creative-content-for</a:t>
            </a:r>
            <a:endParaRPr lang="en-US" sz="1200" dirty="0">
              <a:solidFill>
                <a:srgbClr val="000000"/>
              </a:solidFill>
            </a:endParaRPr>
          </a:p>
          <a:p>
            <a:br>
              <a:rPr lang="en-US" sz="1200" dirty="0">
                <a:solidFill>
                  <a:srgbClr val="000000"/>
                </a:solidFill>
              </a:rPr>
            </a:br>
            <a:endParaRPr lang="en-US" sz="1200" dirty="0">
              <a:solidFill>
                <a:srgbClr val="000000"/>
              </a:solidFill>
            </a:endParaRPr>
          </a:p>
          <a:p>
            <a:r>
              <a:rPr lang="en-US" sz="1200" dirty="0">
                <a:solidFill>
                  <a:srgbClr val="000000"/>
                </a:solidFill>
                <a:latin typeface="Open Sans"/>
              </a:rPr>
              <a:t>Recipients may not extract, reuse, sublicense, or redistribute those Microsoft assets separately under the project’s open-source license. Any use of those assets outside the included Microsoft 365 document, exported PDF, presentation, or similar file must be separately permitted by Microsoft.</a:t>
            </a:r>
          </a:p>
          <a:p>
            <a:pPr algn="ctr">
              <a:lnSpc>
                <a:spcPct val="90000"/>
              </a:lnSpc>
            </a:pPr>
            <a:endParaRPr lang="en-US" sz="1200" dirty="0" err="1">
              <a:solidFill>
                <a:srgbClr val="FFFFFF"/>
              </a:solidFill>
              <a:latin typeface="Open Sans" panose="020B0603020202020204" pitchFamily="34" charset="0"/>
            </a:endParaRPr>
          </a:p>
        </p:txBody>
      </p:sp>
      <p:sp xmlns:p="http://schemas.openxmlformats.org/presentationml/2006/main" xmlns:a="http://schemas.openxmlformats.org/drawingml/2006/main">
        <p:nvSpPr>
          <p:cNvPr id="9"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extLst>
      <p:ext uri="{BB962C8B-B14F-4D97-AF65-F5344CB8AC3E}">
        <p14:creationId xmlns:p14="http://schemas.microsoft.com/office/powerpoint/2010/main" val="13121695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21" name="Shape 21"/>
        <p:cNvGrpSpPr/>
        <p:nvPr/>
      </p:nvGrpSpPr>
      <p:grpSpPr>
        <a:xfrm>
          <a:off x="0" y="0"/>
          <a:ext cx="0" cy="0"/>
          <a:chOff x="0" y="0"/>
          <a:chExt cx="0" cy="0"/>
        </a:xfrm>
      </p:grpSpPr>
      <p:sp>
        <p:nvSpPr>
          <p:cNvPr id="22" name="Google Shape;22;p2"/>
          <p:cNvSpPr txBox="1"/>
          <p:nvPr/>
        </p:nvSpPr>
        <p:spPr>
          <a:xfrm>
            <a:off x="1306421" y="2072742"/>
            <a:ext cx="2944883" cy="2406778"/>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3200"/>
              <a:buFont typeface="Open Sans"/>
              <a:buNone/>
            </a:pPr>
            <a:r>
              <a:rPr b="0" i="0" lang="en-US" sz="3200" u="none" cap="none" strike="noStrike">
                <a:solidFill>
                  <a:schemeClr val="dk1"/>
                </a:solidFill>
                <a:latin typeface="Noto Sans SC"/>
                <a:ea typeface="Noto Sans SC"/>
                <a:cs typeface="Open Sans"/>
                <a:sym typeface="Open Sans"/>
              </a:rPr>
              <a:t>课程议题</a:t>
            </a:r>
            <a:endParaRPr b="0" i="0" sz="3200" u="none" cap="none" strike="noStrike">
              <a:solidFill>
                <a:schemeClr val="dk1"/>
              </a:solidFill>
              <a:latin typeface="Open Sans"/>
              <a:ea typeface="Noto Sans SC"/>
              <a:cs typeface="Open Sans"/>
              <a:sym typeface="Open Sans"/>
            </a:endParaRPr>
          </a:p>
        </p:txBody>
      </p:sp>
      <p:grpSp>
        <p:nvGrpSpPr>
          <p:cNvPr id="23" name="Google Shape;23;p2"/>
          <p:cNvGrpSpPr/>
          <p:nvPr/>
        </p:nvGrpSpPr>
        <p:grpSpPr>
          <a:xfrm>
            <a:off x="4627721" y="808936"/>
            <a:ext cx="5322094" cy="4001400"/>
            <a:chOff x="0" y="85989"/>
            <a:chExt cx="5322094" cy="4001400"/>
          </a:xfrm>
        </p:grpSpPr>
        <p:sp>
          <p:nvSpPr>
            <p:cNvPr id="24" name="Google Shape;24;p2"/>
            <p:cNvSpPr/>
            <p:nvPr/>
          </p:nvSpPr>
          <p:spPr>
            <a:xfrm>
              <a:off x="0" y="307389"/>
              <a:ext cx="5322094" cy="378000"/>
            </a:xfrm>
            <a:prstGeom prst="rect">
              <a:avLst/>
            </a:prstGeom>
            <a:solidFill>
              <a:schemeClr val="lt1">
                <a:alpha val="89804"/>
              </a:schemeClr>
            </a:solidFill>
            <a:ln cap="flat" cmpd="sng" w="9525">
              <a:solidFill>
                <a:srgbClr val="B71B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25" name="Google Shape;25;p2"/>
            <p:cNvSpPr/>
            <p:nvPr/>
          </p:nvSpPr>
          <p:spPr>
            <a:xfrm>
              <a:off x="266104" y="85989"/>
              <a:ext cx="3725465" cy="442800"/>
            </a:xfrm>
            <a:prstGeom prst="roundRect">
              <a:avLst>
                <a:gd fmla="val 16667" name="adj"/>
              </a:avLst>
            </a:prstGeom>
            <a:gradFill>
              <a:gsLst>
                <a:gs pos="0">
                  <a:srgbClr val="C62B49"/>
                </a:gs>
                <a:gs pos="69000">
                  <a:srgbClr val="B2012E"/>
                </a:gs>
                <a:gs pos="100000">
                  <a:srgbClr val="A8022B"/>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26" name="Google Shape;26;p2"/>
            <p:cNvSpPr txBox="1"/>
            <p:nvPr/>
          </p:nvSpPr>
          <p:spPr>
            <a:xfrm>
              <a:off x="287720" y="107605"/>
              <a:ext cx="3682233" cy="399568"/>
            </a:xfrm>
            <a:prstGeom prst="rect">
              <a:avLst/>
            </a:prstGeom>
            <a:noFill/>
            <a:ln>
              <a:noFill/>
            </a:ln>
          </p:spPr>
          <p:txBody>
            <a:bodyPr anchorCtr="0" anchor="ctr" bIns="0" lIns="140800" spcFirstLastPara="1" rIns="140800" wrap="square" tIns="0">
              <a:noAutofit/>
            </a:bodyPr>
            <a:lstStyle/>
            <a:p>
              <a:pPr indent="0" lvl="0" marL="0" marR="0" rtl="0" algn="l">
                <a:lnSpc>
                  <a:spcPct val="90000"/>
                </a:lnSpc>
                <a:spcBef>
                  <a:spcPts val="0"/>
                </a:spcBef>
                <a:spcAft>
                  <a:spcPts val="0"/>
                </a:spcAft>
                <a:buClr>
                  <a:schemeClr val="lt1"/>
                </a:buClr>
                <a:buSzPts val="1500"/>
                <a:buFont typeface="Open Sans"/>
                <a:buNone/>
              </a:pPr>
              <a:r>
                <a:rPr b="0" i="0" lang="en-US" sz="1500" u="none" cap="none" strike="noStrike">
                  <a:solidFill>
                    <a:schemeClr val="lt1"/>
                  </a:solidFill>
                  <a:latin typeface="Noto Sans SC"/>
                  <a:ea typeface="Noto Sans SC"/>
                  <a:cs typeface="Open Sans"/>
                  <a:sym typeface="Open Sans"/>
                </a:rPr>
                <a:t>第</a:t>
              </a:r>
              <a:r>
                <a:rPr b="0" i="0" lang="en-US" sz="1500" u="none" cap="none" strike="noStrike">
                  <a:solidFill>
                    <a:schemeClr val="lt1"/>
                  </a:solidFill>
                  <a:latin typeface="Open Sans"/>
                  <a:ea typeface="Noto Sans SC"/>
                  <a:cs typeface="Open Sans"/>
                  <a:sym typeface="Open Sans"/>
                </a:rPr>
                <a:t> 1 </a:t>
              </a:r>
              <a:r>
                <a:rPr b="0" i="0" lang="en-US" sz="1500" u="none" cap="none" strike="noStrike">
                  <a:solidFill>
                    <a:schemeClr val="lt1"/>
                  </a:solidFill>
                  <a:latin typeface="Noto Sans SC"/>
                  <a:ea typeface="Noto Sans SC"/>
                  <a:cs typeface="Open Sans"/>
                  <a:sym typeface="Open Sans"/>
                </a:rPr>
                <a:t>部分</a:t>
              </a:r>
              <a:r>
                <a:rPr b="0" i="0" lang="en-US" sz="1500" u="none" cap="none" strike="noStrike">
                  <a:solidFill>
                    <a:schemeClr val="lt1"/>
                  </a:solidFill>
                  <a:latin typeface="Open Sans"/>
                  <a:ea typeface="Noto Sans SC"/>
                  <a:cs typeface="Open Sans"/>
                  <a:sym typeface="Open Sans"/>
                </a:rPr>
                <a:t>：</a:t>
              </a:r>
              <a:r>
                <a:rPr b="0" i="0" lang="en-US" sz="1500" u="none" cap="none" strike="noStrike">
                  <a:solidFill>
                    <a:schemeClr val="lt1"/>
                  </a:solidFill>
                  <a:latin typeface="Noto Sans SC"/>
                  <a:ea typeface="Noto Sans SC"/>
                  <a:cs typeface="Open Sans"/>
                  <a:sym typeface="Open Sans"/>
                </a:rPr>
                <a:t>深度学习简介</a:t>
              </a:r>
              <a:endParaRPr/>
            </a:p>
          </p:txBody>
        </p:sp>
        <p:sp>
          <p:nvSpPr>
            <p:cNvPr id="27" name="Google Shape;27;p2"/>
            <p:cNvSpPr/>
            <p:nvPr/>
          </p:nvSpPr>
          <p:spPr>
            <a:xfrm>
              <a:off x="0" y="987789"/>
              <a:ext cx="5322094" cy="378000"/>
            </a:xfrm>
            <a:prstGeom prst="rect">
              <a:avLst/>
            </a:prstGeom>
            <a:solidFill>
              <a:schemeClr val="lt1">
                <a:alpha val="89804"/>
              </a:schemeClr>
            </a:solidFill>
            <a:ln cap="flat" cmpd="sng" w="9525">
              <a:solidFill>
                <a:srgbClr val="B71B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28" name="Google Shape;28;p2"/>
            <p:cNvSpPr/>
            <p:nvPr/>
          </p:nvSpPr>
          <p:spPr>
            <a:xfrm>
              <a:off x="266104" y="766389"/>
              <a:ext cx="3725465" cy="442800"/>
            </a:xfrm>
            <a:prstGeom prst="roundRect">
              <a:avLst>
                <a:gd fmla="val 16667" name="adj"/>
              </a:avLst>
            </a:prstGeom>
            <a:gradFill>
              <a:gsLst>
                <a:gs pos="0">
                  <a:srgbClr val="C62B49"/>
                </a:gs>
                <a:gs pos="69000">
                  <a:srgbClr val="B2012E"/>
                </a:gs>
                <a:gs pos="100000">
                  <a:srgbClr val="A8022B"/>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29" name="Google Shape;29;p2"/>
            <p:cNvSpPr txBox="1"/>
            <p:nvPr/>
          </p:nvSpPr>
          <p:spPr>
            <a:xfrm>
              <a:off x="287720" y="788005"/>
              <a:ext cx="3682233" cy="399568"/>
            </a:xfrm>
            <a:prstGeom prst="rect">
              <a:avLst/>
            </a:prstGeom>
            <a:noFill/>
            <a:ln>
              <a:noFill/>
            </a:ln>
          </p:spPr>
          <p:txBody>
            <a:bodyPr anchorCtr="0" anchor="ctr" bIns="0" lIns="140800" spcFirstLastPara="1" rIns="140800" wrap="square" tIns="0">
              <a:noAutofit/>
            </a:bodyPr>
            <a:lstStyle/>
            <a:p>
              <a:pPr indent="0" lvl="0" marL="0" marR="0" rtl="0" algn="l">
                <a:lnSpc>
                  <a:spcPct val="90000"/>
                </a:lnSpc>
                <a:spcBef>
                  <a:spcPts val="0"/>
                </a:spcBef>
                <a:spcAft>
                  <a:spcPts val="0"/>
                </a:spcAft>
                <a:buClr>
                  <a:schemeClr val="lt1"/>
                </a:buClr>
                <a:buSzPts val="1500"/>
                <a:buFont typeface="Open Sans"/>
                <a:buNone/>
              </a:pPr>
              <a:r>
                <a:rPr b="0" i="0" lang="en-US" sz="1500" u="none" cap="none" strike="noStrike">
                  <a:solidFill>
                    <a:schemeClr val="lt1"/>
                  </a:solidFill>
                  <a:latin typeface="Noto Sans SC"/>
                  <a:ea typeface="Noto Sans SC"/>
                  <a:cs typeface="Open Sans"/>
                  <a:sym typeface="Open Sans"/>
                </a:rPr>
                <a:t>第</a:t>
              </a:r>
              <a:r>
                <a:rPr b="0" i="0" lang="en-US" sz="1500" u="none" cap="none" strike="noStrike">
                  <a:solidFill>
                    <a:schemeClr val="lt1"/>
                  </a:solidFill>
                  <a:latin typeface="Open Sans"/>
                  <a:ea typeface="Noto Sans SC"/>
                  <a:cs typeface="Open Sans"/>
                  <a:sym typeface="Open Sans"/>
                </a:rPr>
                <a:t> 2 </a:t>
              </a:r>
              <a:r>
                <a:rPr b="0" i="0" lang="en-US" sz="1500" u="none" cap="none" strike="noStrike">
                  <a:solidFill>
                    <a:schemeClr val="lt1"/>
                  </a:solidFill>
                  <a:latin typeface="Noto Sans SC"/>
                  <a:ea typeface="Noto Sans SC"/>
                  <a:cs typeface="Open Sans"/>
                  <a:sym typeface="Open Sans"/>
                </a:rPr>
                <a:t>部分</a:t>
              </a:r>
              <a:r>
                <a:rPr b="0" i="0" lang="en-US" sz="1500" u="none" cap="none" strike="noStrike">
                  <a:solidFill>
                    <a:schemeClr val="lt1"/>
                  </a:solidFill>
                  <a:latin typeface="Open Sans"/>
                  <a:ea typeface="Noto Sans SC"/>
                  <a:cs typeface="Open Sans"/>
                  <a:sym typeface="Open Sans"/>
                </a:rPr>
                <a:t>：</a:t>
              </a:r>
              <a:r>
                <a:rPr b="0" i="0" lang="en-US" sz="1500" u="none" cap="none" strike="noStrike">
                  <a:solidFill>
                    <a:schemeClr val="lt1"/>
                  </a:solidFill>
                  <a:latin typeface="Noto Sans SC"/>
                  <a:ea typeface="Noto Sans SC"/>
                  <a:cs typeface="Open Sans"/>
                  <a:sym typeface="Open Sans"/>
                </a:rPr>
                <a:t>神经网络是如何训练的</a:t>
              </a:r>
              <a:endParaRPr/>
            </a:p>
          </p:txBody>
        </p:sp>
        <p:sp>
          <p:nvSpPr>
            <p:cNvPr id="30" name="Google Shape;30;p2"/>
            <p:cNvSpPr/>
            <p:nvPr/>
          </p:nvSpPr>
          <p:spPr>
            <a:xfrm>
              <a:off x="0" y="1668189"/>
              <a:ext cx="5322094" cy="378000"/>
            </a:xfrm>
            <a:prstGeom prst="rect">
              <a:avLst/>
            </a:prstGeom>
            <a:solidFill>
              <a:schemeClr val="lt1">
                <a:alpha val="89804"/>
              </a:schemeClr>
            </a:solidFill>
            <a:ln cap="flat" cmpd="sng" w="9525">
              <a:solidFill>
                <a:srgbClr val="B71B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31" name="Google Shape;31;p2"/>
            <p:cNvSpPr/>
            <p:nvPr/>
          </p:nvSpPr>
          <p:spPr>
            <a:xfrm>
              <a:off x="266104" y="1446789"/>
              <a:ext cx="3725465" cy="442800"/>
            </a:xfrm>
            <a:prstGeom prst="roundRect">
              <a:avLst>
                <a:gd fmla="val 16667" name="adj"/>
              </a:avLst>
            </a:prstGeom>
            <a:gradFill>
              <a:gsLst>
                <a:gs pos="0">
                  <a:srgbClr val="C62B49"/>
                </a:gs>
                <a:gs pos="69000">
                  <a:srgbClr val="B2012E"/>
                </a:gs>
                <a:gs pos="100000">
                  <a:srgbClr val="A8022B"/>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32" name="Google Shape;32;p2"/>
            <p:cNvSpPr txBox="1"/>
            <p:nvPr/>
          </p:nvSpPr>
          <p:spPr>
            <a:xfrm>
              <a:off x="287720" y="1468405"/>
              <a:ext cx="3682233" cy="399568"/>
            </a:xfrm>
            <a:prstGeom prst="rect">
              <a:avLst/>
            </a:prstGeom>
            <a:noFill/>
            <a:ln>
              <a:noFill/>
            </a:ln>
          </p:spPr>
          <p:txBody>
            <a:bodyPr anchorCtr="0" anchor="ctr" bIns="0" lIns="140800" spcFirstLastPara="1" rIns="140800" wrap="square" tIns="0">
              <a:noAutofit/>
            </a:bodyPr>
            <a:lstStyle/>
            <a:p>
              <a:pPr indent="0" lvl="0" marL="0" marR="0" rtl="0" algn="l">
                <a:lnSpc>
                  <a:spcPct val="90000"/>
                </a:lnSpc>
                <a:spcBef>
                  <a:spcPts val="0"/>
                </a:spcBef>
                <a:spcAft>
                  <a:spcPts val="0"/>
                </a:spcAft>
                <a:buClr>
                  <a:schemeClr val="lt1"/>
                </a:buClr>
                <a:buSzPts val="1500"/>
                <a:buFont typeface="Open Sans"/>
                <a:buNone/>
              </a:pPr>
              <a:r>
                <a:rPr b="0" i="0" lang="en-US" sz="1500" u="none" cap="none" strike="noStrike">
                  <a:solidFill>
                    <a:schemeClr val="lt1"/>
                  </a:solidFill>
                  <a:latin typeface="Noto Sans SC"/>
                  <a:ea typeface="Noto Sans SC"/>
                  <a:cs typeface="Open Sans"/>
                  <a:sym typeface="Open Sans"/>
                </a:rPr>
                <a:t>第</a:t>
              </a:r>
              <a:r>
                <a:rPr b="0" i="0" lang="en-US" sz="1500" u="none" cap="none" strike="noStrike">
                  <a:solidFill>
                    <a:schemeClr val="lt1"/>
                  </a:solidFill>
                  <a:latin typeface="Open Sans"/>
                  <a:ea typeface="Noto Sans SC"/>
                  <a:cs typeface="Open Sans"/>
                  <a:sym typeface="Open Sans"/>
                </a:rPr>
                <a:t> 3 </a:t>
              </a:r>
              <a:r>
                <a:rPr b="0" i="0" lang="en-US" sz="1500" u="none" cap="none" strike="noStrike">
                  <a:solidFill>
                    <a:schemeClr val="lt1"/>
                  </a:solidFill>
                  <a:latin typeface="Noto Sans SC"/>
                  <a:ea typeface="Noto Sans SC"/>
                  <a:cs typeface="Open Sans"/>
                  <a:sym typeface="Open Sans"/>
                </a:rPr>
                <a:t>部分</a:t>
              </a:r>
              <a:r>
                <a:rPr b="0" i="0" lang="en-US" sz="1500" u="none" cap="none" strike="noStrike">
                  <a:solidFill>
                    <a:schemeClr val="lt1"/>
                  </a:solidFill>
                  <a:latin typeface="Open Sans"/>
                  <a:ea typeface="Noto Sans SC"/>
                  <a:cs typeface="Open Sans"/>
                  <a:sym typeface="Open Sans"/>
                </a:rPr>
                <a:t>：</a:t>
              </a:r>
              <a:r>
                <a:rPr b="0" i="0" lang="en-US" sz="1500" u="none" cap="none" strike="noStrike">
                  <a:solidFill>
                    <a:schemeClr val="lt1"/>
                  </a:solidFill>
                  <a:latin typeface="Noto Sans SC"/>
                  <a:ea typeface="Noto Sans SC"/>
                  <a:cs typeface="Open Sans"/>
                  <a:sym typeface="Open Sans"/>
                </a:rPr>
                <a:t>卷积神经网络</a:t>
              </a:r>
              <a:endParaRPr/>
            </a:p>
          </p:txBody>
        </p:sp>
        <p:sp>
          <p:nvSpPr>
            <p:cNvPr id="33" name="Google Shape;33;p2"/>
            <p:cNvSpPr/>
            <p:nvPr/>
          </p:nvSpPr>
          <p:spPr>
            <a:xfrm>
              <a:off x="0" y="2348589"/>
              <a:ext cx="5322094" cy="378000"/>
            </a:xfrm>
            <a:prstGeom prst="rect">
              <a:avLst/>
            </a:prstGeom>
            <a:solidFill>
              <a:schemeClr val="lt1">
                <a:alpha val="89804"/>
              </a:schemeClr>
            </a:solidFill>
            <a:ln cap="flat" cmpd="sng" w="9525">
              <a:solidFill>
                <a:srgbClr val="B71B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34" name="Google Shape;34;p2"/>
            <p:cNvSpPr/>
            <p:nvPr/>
          </p:nvSpPr>
          <p:spPr>
            <a:xfrm>
              <a:off x="266104" y="2127189"/>
              <a:ext cx="3725465" cy="442800"/>
            </a:xfrm>
            <a:prstGeom prst="roundRect">
              <a:avLst>
                <a:gd fmla="val 16667" name="adj"/>
              </a:avLst>
            </a:prstGeom>
            <a:gradFill>
              <a:gsLst>
                <a:gs pos="0">
                  <a:srgbClr val="C62B49"/>
                </a:gs>
                <a:gs pos="69000">
                  <a:srgbClr val="B2012E"/>
                </a:gs>
                <a:gs pos="100000">
                  <a:srgbClr val="A8022B"/>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35" name="Google Shape;35;p2"/>
            <p:cNvSpPr txBox="1"/>
            <p:nvPr/>
          </p:nvSpPr>
          <p:spPr>
            <a:xfrm>
              <a:off x="287720" y="2148805"/>
              <a:ext cx="3682233" cy="399568"/>
            </a:xfrm>
            <a:prstGeom prst="rect">
              <a:avLst/>
            </a:prstGeom>
            <a:noFill/>
            <a:ln>
              <a:noFill/>
            </a:ln>
          </p:spPr>
          <p:txBody>
            <a:bodyPr anchorCtr="0" anchor="ctr" bIns="0" lIns="140800" spcFirstLastPara="1" rIns="140800" wrap="square" tIns="0">
              <a:noAutofit/>
            </a:bodyPr>
            <a:lstStyle/>
            <a:p>
              <a:pPr indent="0" lvl="0" marL="0" marR="0" rtl="0" algn="l">
                <a:lnSpc>
                  <a:spcPct val="90000"/>
                </a:lnSpc>
                <a:spcBef>
                  <a:spcPts val="0"/>
                </a:spcBef>
                <a:spcAft>
                  <a:spcPts val="0"/>
                </a:spcAft>
                <a:buClr>
                  <a:schemeClr val="lt1"/>
                </a:buClr>
                <a:buSzPts val="1500"/>
                <a:buFont typeface="Open Sans"/>
                <a:buNone/>
              </a:pPr>
              <a:r>
                <a:rPr b="0" i="0" lang="en-US" sz="1500" u="none" cap="none" strike="noStrike">
                  <a:solidFill>
                    <a:schemeClr val="lt1"/>
                  </a:solidFill>
                  <a:latin typeface="Noto Sans SC"/>
                  <a:ea typeface="Noto Sans SC"/>
                  <a:cs typeface="Open Sans"/>
                  <a:sym typeface="Open Sans"/>
                </a:rPr>
                <a:t>第</a:t>
              </a:r>
              <a:r>
                <a:rPr b="0" i="0" lang="en-US" sz="1500" u="none" cap="none" strike="noStrike">
                  <a:solidFill>
                    <a:schemeClr val="lt1"/>
                  </a:solidFill>
                  <a:latin typeface="Open Sans"/>
                  <a:ea typeface="Noto Sans SC"/>
                  <a:cs typeface="Open Sans"/>
                  <a:sym typeface="Open Sans"/>
                </a:rPr>
                <a:t> 4 </a:t>
              </a:r>
              <a:r>
                <a:rPr b="0" i="0" lang="en-US" sz="1500" u="none" cap="none" strike="noStrike">
                  <a:solidFill>
                    <a:schemeClr val="lt1"/>
                  </a:solidFill>
                  <a:latin typeface="Noto Sans SC"/>
                  <a:ea typeface="Noto Sans SC"/>
                  <a:cs typeface="Open Sans"/>
                  <a:sym typeface="Open Sans"/>
                </a:rPr>
                <a:t>部分</a:t>
              </a:r>
              <a:r>
                <a:rPr b="0" i="0" lang="en-US" sz="1500" u="none" cap="none" strike="noStrike">
                  <a:solidFill>
                    <a:schemeClr val="lt1"/>
                  </a:solidFill>
                  <a:latin typeface="Open Sans"/>
                  <a:ea typeface="Noto Sans SC"/>
                  <a:cs typeface="Open Sans"/>
                  <a:sym typeface="Open Sans"/>
                </a:rPr>
                <a:t>：</a:t>
              </a:r>
              <a:r>
                <a:rPr b="0" i="0" lang="en-US" sz="1500" u="none" cap="none" strike="noStrike">
                  <a:solidFill>
                    <a:schemeClr val="lt1"/>
                  </a:solidFill>
                  <a:latin typeface="Noto Sans SC"/>
                  <a:ea typeface="Noto Sans SC"/>
                  <a:cs typeface="Open Sans"/>
                  <a:sym typeface="Open Sans"/>
                </a:rPr>
                <a:t>数据增强与模型部署</a:t>
              </a:r>
              <a:endParaRPr/>
            </a:p>
          </p:txBody>
        </p:sp>
        <p:sp>
          <p:nvSpPr>
            <p:cNvPr id="36" name="Google Shape;36;p2"/>
            <p:cNvSpPr/>
            <p:nvPr/>
          </p:nvSpPr>
          <p:spPr>
            <a:xfrm>
              <a:off x="0" y="3028989"/>
              <a:ext cx="5322094" cy="378000"/>
            </a:xfrm>
            <a:prstGeom prst="rect">
              <a:avLst/>
            </a:prstGeom>
            <a:solidFill>
              <a:schemeClr val="lt1">
                <a:alpha val="89804"/>
              </a:schemeClr>
            </a:solidFill>
            <a:ln cap="flat" cmpd="sng" w="9525">
              <a:solidFill>
                <a:srgbClr val="B71B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37" name="Google Shape;37;p2"/>
            <p:cNvSpPr/>
            <p:nvPr/>
          </p:nvSpPr>
          <p:spPr>
            <a:xfrm>
              <a:off x="266104" y="2807589"/>
              <a:ext cx="3725465" cy="442800"/>
            </a:xfrm>
            <a:prstGeom prst="roundRect">
              <a:avLst>
                <a:gd fmla="val 16667" name="adj"/>
              </a:avLst>
            </a:prstGeom>
            <a:gradFill>
              <a:gsLst>
                <a:gs pos="0">
                  <a:srgbClr val="C62B49"/>
                </a:gs>
                <a:gs pos="69000">
                  <a:srgbClr val="B2012E"/>
                </a:gs>
                <a:gs pos="100000">
                  <a:srgbClr val="A8022B"/>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38" name="Google Shape;38;p2"/>
            <p:cNvSpPr txBox="1"/>
            <p:nvPr/>
          </p:nvSpPr>
          <p:spPr>
            <a:xfrm>
              <a:off x="287720" y="2829205"/>
              <a:ext cx="3682233" cy="399568"/>
            </a:xfrm>
            <a:prstGeom prst="rect">
              <a:avLst/>
            </a:prstGeom>
            <a:noFill/>
            <a:ln>
              <a:noFill/>
            </a:ln>
          </p:spPr>
          <p:txBody>
            <a:bodyPr anchorCtr="0" anchor="ctr" bIns="0" lIns="140800" spcFirstLastPara="1" rIns="140800" wrap="square" tIns="0">
              <a:noAutofit/>
            </a:bodyPr>
            <a:lstStyle/>
            <a:p>
              <a:pPr indent="0" lvl="0" marL="0" marR="0" rtl="0" algn="l">
                <a:lnSpc>
                  <a:spcPct val="90000"/>
                </a:lnSpc>
                <a:spcBef>
                  <a:spcPts val="0"/>
                </a:spcBef>
                <a:spcAft>
                  <a:spcPts val="0"/>
                </a:spcAft>
                <a:buClr>
                  <a:schemeClr val="lt1"/>
                </a:buClr>
                <a:buSzPts val="1500"/>
                <a:buFont typeface="Open Sans"/>
                <a:buNone/>
              </a:pPr>
              <a:r>
                <a:rPr b="0" i="0" lang="en-US" sz="1500" u="none" cap="none" strike="noStrike">
                  <a:solidFill>
                    <a:schemeClr val="lt1"/>
                  </a:solidFill>
                  <a:latin typeface="Noto Sans SC"/>
                  <a:ea typeface="Noto Sans SC"/>
                  <a:cs typeface="Open Sans"/>
                  <a:sym typeface="Open Sans"/>
                </a:rPr>
                <a:t>第</a:t>
              </a:r>
              <a:r>
                <a:rPr b="0" i="0" lang="en-US" sz="1500" u="none" cap="none" strike="noStrike">
                  <a:solidFill>
                    <a:schemeClr val="lt1"/>
                  </a:solidFill>
                  <a:latin typeface="Open Sans"/>
                  <a:ea typeface="Noto Sans SC"/>
                  <a:cs typeface="Open Sans"/>
                  <a:sym typeface="Open Sans"/>
                </a:rPr>
                <a:t> 5 </a:t>
              </a:r>
              <a:r>
                <a:rPr b="0" i="0" lang="en-US" sz="1500" u="none" cap="none" strike="noStrike">
                  <a:solidFill>
                    <a:schemeClr val="lt1"/>
                  </a:solidFill>
                  <a:latin typeface="Noto Sans SC"/>
                  <a:ea typeface="Noto Sans SC"/>
                  <a:cs typeface="Open Sans"/>
                  <a:sym typeface="Open Sans"/>
                </a:rPr>
                <a:t>部分</a:t>
              </a:r>
              <a:r>
                <a:rPr b="0" i="0" lang="en-US" sz="1500" u="none" cap="none" strike="noStrike">
                  <a:solidFill>
                    <a:schemeClr val="lt1"/>
                  </a:solidFill>
                  <a:latin typeface="Open Sans"/>
                  <a:ea typeface="Noto Sans SC"/>
                  <a:cs typeface="Open Sans"/>
                  <a:sym typeface="Open Sans"/>
                </a:rPr>
                <a:t>：</a:t>
              </a:r>
              <a:r>
                <a:rPr b="0" i="0" lang="en-US" sz="1500" u="none" cap="none" strike="noStrike">
                  <a:solidFill>
                    <a:schemeClr val="lt1"/>
                  </a:solidFill>
                  <a:latin typeface="Noto Sans SC"/>
                  <a:ea typeface="Noto Sans SC"/>
                  <a:cs typeface="Open Sans"/>
                  <a:sym typeface="Open Sans"/>
                </a:rPr>
                <a:t>预训练的模型</a:t>
              </a:r>
              <a:endParaRPr/>
            </a:p>
          </p:txBody>
        </p:sp>
        <p:sp>
          <p:nvSpPr>
            <p:cNvPr id="39" name="Google Shape;39;p2"/>
            <p:cNvSpPr/>
            <p:nvPr/>
          </p:nvSpPr>
          <p:spPr>
            <a:xfrm>
              <a:off x="0" y="3709389"/>
              <a:ext cx="5322094" cy="378000"/>
            </a:xfrm>
            <a:prstGeom prst="rect">
              <a:avLst/>
            </a:prstGeom>
            <a:solidFill>
              <a:schemeClr val="lt1">
                <a:alpha val="89804"/>
              </a:schemeClr>
            </a:solidFill>
            <a:ln cap="flat" cmpd="sng" w="9525">
              <a:solidFill>
                <a:srgbClr val="B71B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40" name="Google Shape;40;p2"/>
            <p:cNvSpPr/>
            <p:nvPr/>
          </p:nvSpPr>
          <p:spPr>
            <a:xfrm>
              <a:off x="266104" y="3487989"/>
              <a:ext cx="3725465" cy="442800"/>
            </a:xfrm>
            <a:prstGeom prst="roundRect">
              <a:avLst>
                <a:gd fmla="val 16667" name="adj"/>
              </a:avLst>
            </a:prstGeom>
            <a:gradFill>
              <a:gsLst>
                <a:gs pos="0">
                  <a:srgbClr val="C62B49"/>
                </a:gs>
                <a:gs pos="69000">
                  <a:srgbClr val="B2012E"/>
                </a:gs>
                <a:gs pos="100000">
                  <a:srgbClr val="A8022B"/>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41" name="Google Shape;41;p2"/>
            <p:cNvSpPr txBox="1"/>
            <p:nvPr/>
          </p:nvSpPr>
          <p:spPr>
            <a:xfrm>
              <a:off x="287720" y="3509605"/>
              <a:ext cx="3682233" cy="399568"/>
            </a:xfrm>
            <a:prstGeom prst="rect">
              <a:avLst/>
            </a:prstGeom>
            <a:noFill/>
            <a:ln>
              <a:noFill/>
            </a:ln>
          </p:spPr>
          <p:txBody>
            <a:bodyPr anchorCtr="0" anchor="ctr" bIns="0" lIns="140800" spcFirstLastPara="1" rIns="140800" wrap="square" tIns="0">
              <a:noAutofit/>
            </a:bodyPr>
            <a:lstStyle/>
            <a:p>
              <a:pPr indent="0" lvl="0" marL="0" marR="0" rtl="0" algn="l">
                <a:lnSpc>
                  <a:spcPct val="90000"/>
                </a:lnSpc>
                <a:spcBef>
                  <a:spcPts val="0"/>
                </a:spcBef>
                <a:spcAft>
                  <a:spcPts val="0"/>
                </a:spcAft>
                <a:buClr>
                  <a:schemeClr val="lt1"/>
                </a:buClr>
                <a:buSzPts val="1500"/>
                <a:buFont typeface="Open Sans"/>
                <a:buNone/>
              </a:pPr>
              <a:r>
                <a:rPr b="0" i="0" lang="en-US" sz="1500" u="none" cap="none" strike="noStrike">
                  <a:solidFill>
                    <a:schemeClr val="lt1"/>
                  </a:solidFill>
                  <a:latin typeface="Noto Sans SC"/>
                  <a:ea typeface="Noto Sans SC"/>
                  <a:cs typeface="Open Sans"/>
                  <a:sym typeface="Open Sans"/>
                </a:rPr>
                <a:t>第</a:t>
              </a:r>
              <a:r>
                <a:rPr b="0" i="0" lang="en-US" sz="1500" u="none" cap="none" strike="noStrike">
                  <a:solidFill>
                    <a:schemeClr val="lt1"/>
                  </a:solidFill>
                  <a:latin typeface="Open Sans"/>
                  <a:ea typeface="Noto Sans SC"/>
                  <a:cs typeface="Open Sans"/>
                  <a:sym typeface="Open Sans"/>
                </a:rPr>
                <a:t> 6 </a:t>
              </a:r>
              <a:r>
                <a:rPr b="0" i="0" lang="en-US" sz="1500" u="none" cap="none" strike="noStrike">
                  <a:solidFill>
                    <a:schemeClr val="lt1"/>
                  </a:solidFill>
                  <a:latin typeface="Noto Sans SC"/>
                  <a:ea typeface="Noto Sans SC"/>
                  <a:cs typeface="Open Sans"/>
                  <a:sym typeface="Open Sans"/>
                </a:rPr>
                <a:t>部分</a:t>
              </a:r>
              <a:r>
                <a:rPr b="0" i="0" lang="en-US" sz="1500" u="none" cap="none" strike="noStrike">
                  <a:solidFill>
                    <a:schemeClr val="lt1"/>
                  </a:solidFill>
                  <a:latin typeface="Open Sans"/>
                  <a:ea typeface="Noto Sans SC"/>
                  <a:cs typeface="Open Sans"/>
                  <a:sym typeface="Open Sans"/>
                </a:rPr>
                <a:t>：</a:t>
              </a:r>
              <a:r>
                <a:rPr b="0" i="0" lang="en-US" sz="1500" u="none" cap="none" strike="noStrike">
                  <a:solidFill>
                    <a:schemeClr val="lt1"/>
                  </a:solidFill>
                  <a:latin typeface="Noto Sans SC"/>
                  <a:ea typeface="Noto Sans SC"/>
                  <a:cs typeface="Open Sans"/>
                  <a:sym typeface="Open Sans"/>
                </a:rPr>
                <a:t>更高级的模型结构</a:t>
              </a:r>
              <a:endParaRPr/>
            </a:p>
          </p:txBody>
        </p:sp>
      </p:grpSp>
      <p:sp xmlns:p="http://schemas.openxmlformats.org/presentationml/2006/main" xmlns:a="http://schemas.openxmlformats.org/drawingml/2006/main">
        <p:nvSpPr>
          <p:cNvPr id="42"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45" name="Shape 45"/>
        <p:cNvGrpSpPr/>
        <p:nvPr/>
      </p:nvGrpSpPr>
      <p:grpSpPr>
        <a:xfrm>
          <a:off x="0" y="0"/>
          <a:ext cx="0" cy="0"/>
          <a:chOff x="0" y="0"/>
          <a:chExt cx="0" cy="0"/>
        </a:xfrm>
      </p:grpSpPr>
      <p:sp>
        <p:nvSpPr>
          <p:cNvPr id="46" name="Google Shape;46;p3"/>
          <p:cNvSpPr txBox="1"/>
          <p:nvPr/>
        </p:nvSpPr>
        <p:spPr>
          <a:xfrm>
            <a:off x="1306421" y="1238447"/>
            <a:ext cx="8465302" cy="902691"/>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FFFFFF"/>
              </a:buClr>
              <a:buSzPts val="3200"/>
              <a:buFont typeface="Open Sans"/>
              <a:buNone/>
            </a:pPr>
            <a:r>
              <a:rPr b="0" i="0" lang="en-US" sz="3200" u="none" cap="none" strike="noStrike">
                <a:solidFill>
                  <a:srgbClr val="000000"/>
                </a:solidFill>
                <a:latin typeface="Noto Sans SC"/>
                <a:ea typeface="Noto Sans SC"/>
                <a:cs typeface="Open Sans"/>
                <a:sym typeface="Open Sans"/>
              </a:rPr>
              <a:t>课程议题</a:t>
            </a:r>
            <a:r>
              <a:rPr b="0" i="0" lang="en-US" sz="3200" u="none" cap="none" strike="noStrike">
                <a:solidFill>
                  <a:srgbClr val="000000"/>
                </a:solidFill>
                <a:latin typeface="Open Sans"/>
                <a:ea typeface="Noto Sans SC"/>
                <a:cs typeface="Open Sans"/>
                <a:sym typeface="Open Sans"/>
              </a:rPr>
              <a:t> – </a:t>
            </a:r>
            <a:r>
              <a:rPr b="0" i="0" lang="en-US" sz="3200" u="none" cap="none" strike="noStrike">
                <a:solidFill>
                  <a:srgbClr val="000000"/>
                </a:solidFill>
                <a:latin typeface="Noto Sans SC"/>
                <a:ea typeface="Noto Sans SC"/>
                <a:cs typeface="Open Sans"/>
                <a:sym typeface="Open Sans"/>
              </a:rPr>
              <a:t>第</a:t>
            </a:r>
            <a:r>
              <a:rPr b="0" i="0" lang="en-US" sz="3200" u="none" cap="none" strike="noStrike">
                <a:solidFill>
                  <a:srgbClr val="000000"/>
                </a:solidFill>
                <a:latin typeface="Open Sans"/>
                <a:ea typeface="Noto Sans SC"/>
                <a:cs typeface="Open Sans"/>
                <a:sym typeface="Open Sans"/>
              </a:rPr>
              <a:t> 3 </a:t>
            </a:r>
            <a:r>
              <a:rPr b="0" i="0" lang="en-US" sz="3200" u="none" cap="none" strike="noStrike">
                <a:solidFill>
                  <a:srgbClr val="000000"/>
                </a:solidFill>
                <a:latin typeface="Noto Sans SC"/>
                <a:ea typeface="Noto Sans SC"/>
                <a:cs typeface="Open Sans"/>
                <a:sym typeface="Open Sans"/>
              </a:rPr>
              <a:t>部分</a:t>
            </a:r>
            <a:endParaRPr b="0" i="0" sz="3200" u="none" cap="none" strike="noStrike">
              <a:solidFill>
                <a:srgbClr val="000000"/>
              </a:solidFill>
              <a:latin typeface="Open Sans"/>
              <a:ea typeface="Noto Sans SC"/>
              <a:cs typeface="Open Sans"/>
              <a:sym typeface="Open Sans"/>
            </a:endParaRPr>
          </a:p>
        </p:txBody>
      </p:sp>
      <p:sp>
        <p:nvSpPr>
          <p:cNvPr id="47" name="Google Shape;47;p3"/>
          <p:cNvSpPr txBox="1"/>
          <p:nvPr/>
        </p:nvSpPr>
        <p:spPr>
          <a:xfrm>
            <a:off x="1306421" y="2218491"/>
            <a:ext cx="8465302" cy="2163214"/>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10000"/>
              </a:lnSpc>
              <a:spcBef>
                <a:spcPts val="0"/>
              </a:spcBef>
              <a:spcAft>
                <a:spcPts val="0"/>
              </a:spcAft>
              <a:buClr>
                <a:schemeClr val="accent1"/>
              </a:buClr>
              <a:buSzPts val="1800"/>
              <a:buFont typeface="Open Sans"/>
              <a:buChar char="•"/>
            </a:pPr>
            <a:r>
              <a:rPr b="0" i="0" lang="en-US" sz="1800" u="none" cap="none" strike="noStrike">
                <a:solidFill>
                  <a:srgbClr val="000000"/>
                </a:solidFill>
                <a:latin typeface="Noto Sans SC"/>
                <a:ea typeface="Noto Sans SC"/>
                <a:cs typeface="Open Sans"/>
                <a:sym typeface="Open Sans"/>
              </a:rPr>
              <a:t>内核与卷积</a:t>
            </a:r>
            <a:endParaRPr/>
          </a:p>
          <a:p>
            <a:pPr indent="-228600" lvl="0" marL="457200" marR="0" rtl="0" algn="l">
              <a:lnSpc>
                <a:spcPct val="110000"/>
              </a:lnSpc>
              <a:spcBef>
                <a:spcPts val="900"/>
              </a:spcBef>
              <a:spcAft>
                <a:spcPts val="0"/>
              </a:spcAft>
              <a:buClr>
                <a:schemeClr val="accent1"/>
              </a:buClr>
              <a:buSzPts val="1800"/>
              <a:buFont typeface="Open Sans"/>
              <a:buChar char="•"/>
            </a:pPr>
            <a:r>
              <a:rPr b="0" i="0" lang="en-US" sz="1800" u="none" cap="none" strike="noStrike">
                <a:solidFill>
                  <a:srgbClr val="000000"/>
                </a:solidFill>
                <a:latin typeface="Noto Sans SC"/>
                <a:ea typeface="Noto Sans SC"/>
                <a:cs typeface="Open Sans"/>
                <a:sym typeface="Open Sans"/>
              </a:rPr>
              <a:t>内核与神经网</a:t>
            </a:r>
            <a:endParaRPr/>
          </a:p>
          <a:p>
            <a:pPr indent="-228600" lvl="0" marL="457200" marR="0" rtl="0" algn="l">
              <a:lnSpc>
                <a:spcPct val="110000"/>
              </a:lnSpc>
              <a:spcBef>
                <a:spcPts val="900"/>
              </a:spcBef>
              <a:spcAft>
                <a:spcPts val="0"/>
              </a:spcAft>
              <a:buClr>
                <a:schemeClr val="accent1"/>
              </a:buClr>
              <a:buSzPts val="1800"/>
              <a:buFont typeface="Open Sans"/>
              <a:buChar char="•"/>
            </a:pPr>
            <a:r>
              <a:rPr b="0" i="0" lang="en-US" sz="1800" u="none" cap="none" strike="noStrike">
                <a:solidFill>
                  <a:srgbClr val="000000"/>
                </a:solidFill>
                <a:latin typeface="Noto Sans SC"/>
                <a:ea typeface="Noto Sans SC"/>
                <a:cs typeface="Open Sans"/>
                <a:sym typeface="Open Sans"/>
              </a:rPr>
              <a:t>模型中的其它层</a:t>
            </a:r>
            <a:endParaRPr/>
          </a:p>
          <a:p>
            <a:pPr indent="-114300" lvl="0" marL="457200" marR="0" rtl="0" algn="l">
              <a:lnSpc>
                <a:spcPct val="110000"/>
              </a:lnSpc>
              <a:spcBef>
                <a:spcPts val="900"/>
              </a:spcBef>
              <a:spcAft>
                <a:spcPts val="0"/>
              </a:spcAft>
              <a:buClr>
                <a:schemeClr val="accent1"/>
              </a:buClr>
              <a:buSzPts val="1800"/>
              <a:buFont typeface="Open Sans"/>
              <a:buNone/>
            </a:pPr>
            <a:r>
              <a:t/>
            </a:r>
            <a:endParaRPr b="0" i="0" sz="1800" u="none" cap="none" strike="noStrike">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48"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51" name="Shape 51"/>
        <p:cNvGrpSpPr/>
        <p:nvPr/>
      </p:nvGrpSpPr>
      <p:grpSpPr>
        <a:xfrm>
          <a:off x="0" y="0"/>
          <a:ext cx="0" cy="0"/>
          <a:chOff x="0" y="0"/>
          <a:chExt cx="0" cy="0"/>
        </a:xfrm>
      </p:grpSpPr>
      <p:sp>
        <p:nvSpPr>
          <p:cNvPr id="52" name="Google Shape;52;p4"/>
          <p:cNvSpPr txBox="1"/>
          <p:nvPr/>
        </p:nvSpPr>
        <p:spPr>
          <a:xfrm>
            <a:off x="498348" y="661226"/>
            <a:ext cx="9976104" cy="590931"/>
          </a:xfrm>
          <a:prstGeom prst="rect">
            <a:avLst/>
          </a:prstGeom>
          <a:noFill/>
          <a:ln>
            <a:noFill/>
          </a:ln>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练习回顾</a:t>
            </a:r>
            <a:endParaRPr b="1" i="0" sz="3600" u="none" cap="none" strike="noStrike">
              <a:solidFill>
                <a:schemeClr val="dk2"/>
              </a:solidFill>
              <a:latin typeface="Open Sans"/>
              <a:ea typeface="Noto Sans SC"/>
              <a:cs typeface="Open Sans"/>
              <a:sym typeface="Open Sans"/>
            </a:endParaRPr>
          </a:p>
        </p:txBody>
      </p:sp>
      <p:grpSp>
        <p:nvGrpSpPr>
          <p:cNvPr id="53" name="Google Shape;53;p4"/>
          <p:cNvGrpSpPr/>
          <p:nvPr/>
        </p:nvGrpSpPr>
        <p:grpSpPr>
          <a:xfrm>
            <a:off x="525780" y="1617260"/>
            <a:ext cx="9948671" cy="3718924"/>
            <a:chOff x="0" y="0"/>
            <a:chExt cx="9948671" cy="3718924"/>
          </a:xfrm>
        </p:grpSpPr>
        <p:sp>
          <p:nvSpPr>
            <p:cNvPr id="54" name="Google Shape;54;p4"/>
            <p:cNvSpPr/>
            <p:nvPr/>
          </p:nvSpPr>
          <p:spPr>
            <a:xfrm>
              <a:off x="0" y="0"/>
              <a:ext cx="7958937" cy="818163"/>
            </a:xfrm>
            <a:prstGeom prst="roundRect">
              <a:avLst>
                <a:gd fmla="val 10000" name="adj"/>
              </a:avLst>
            </a:prstGeom>
            <a:gradFill>
              <a:gsLst>
                <a:gs pos="0">
                  <a:srgbClr val="ABD6C1"/>
                </a:gs>
                <a:gs pos="35000">
                  <a:srgbClr val="C6E0D1"/>
                </a:gs>
                <a:gs pos="100000">
                  <a:srgbClr val="E9F3EC"/>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55" name="Google Shape;55;p4"/>
            <p:cNvSpPr txBox="1"/>
            <p:nvPr/>
          </p:nvSpPr>
          <p:spPr>
            <a:xfrm>
              <a:off x="23963" y="23963"/>
              <a:ext cx="7006940" cy="770237"/>
            </a:xfrm>
            <a:prstGeom prst="rect">
              <a:avLst/>
            </a:prstGeom>
            <a:noFill/>
            <a:ln>
              <a:noFill/>
            </a:ln>
          </p:spPr>
          <p:txBody>
            <a:bodyPr anchorCtr="0" anchor="ctr" bIns="102850" lIns="102850" spcFirstLastPara="1" rIns="102850" wrap="square" tIns="102850">
              <a:noAutofit/>
            </a:bodyPr>
            <a:lstStyle/>
            <a:p>
              <a:pPr indent="0" lvl="0" marL="0" marR="0" rtl="0" algn="l">
                <a:lnSpc>
                  <a:spcPct val="90000"/>
                </a:lnSpc>
                <a:spcBef>
                  <a:spcPts val="0"/>
                </a:spcBef>
                <a:spcAft>
                  <a:spcPts val="0"/>
                </a:spcAft>
                <a:buClr>
                  <a:schemeClr val="dk2"/>
                </a:buClr>
                <a:buSzPts val="2700"/>
                <a:buFont typeface="Open Sans"/>
                <a:buNone/>
              </a:pPr>
              <a:r>
                <a:rPr b="0" i="0" lang="en-US" sz="2700" u="none" cap="none" strike="noStrike">
                  <a:solidFill>
                    <a:schemeClr val="dk2"/>
                  </a:solidFill>
                  <a:latin typeface="Noto Sans SC"/>
                  <a:ea typeface="Noto Sans SC"/>
                  <a:cs typeface="Open Sans"/>
                  <a:sym typeface="Open Sans"/>
                </a:rPr>
                <a:t>我们对一个密集神经网络模型进行了训练</a:t>
              </a:r>
              <a:endParaRPr b="0" i="0" sz="1400" u="none" cap="none" strike="noStrike">
                <a:solidFill>
                  <a:srgbClr val="000000"/>
                </a:solidFill>
                <a:latin typeface="Open Sans"/>
                <a:ea typeface="Noto Sans SC"/>
                <a:cs typeface="Open Sans"/>
                <a:sym typeface="Open Sans"/>
              </a:endParaRPr>
            </a:p>
          </p:txBody>
        </p:sp>
        <p:sp>
          <p:nvSpPr>
            <p:cNvPr id="56" name="Google Shape;56;p4"/>
            <p:cNvSpPr/>
            <p:nvPr/>
          </p:nvSpPr>
          <p:spPr>
            <a:xfrm>
              <a:off x="666561" y="966920"/>
              <a:ext cx="7958937" cy="818163"/>
            </a:xfrm>
            <a:prstGeom prst="roundRect">
              <a:avLst>
                <a:gd fmla="val 10000" name="adj"/>
              </a:avLst>
            </a:prstGeom>
            <a:gradFill>
              <a:gsLst>
                <a:gs pos="0">
                  <a:srgbClr val="ABD6C1"/>
                </a:gs>
                <a:gs pos="35000">
                  <a:srgbClr val="C6E0D1"/>
                </a:gs>
                <a:gs pos="100000">
                  <a:srgbClr val="E9F3EC"/>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57" name="Google Shape;57;p4"/>
            <p:cNvSpPr txBox="1"/>
            <p:nvPr/>
          </p:nvSpPr>
          <p:spPr>
            <a:xfrm>
              <a:off x="690524" y="990883"/>
              <a:ext cx="6712644" cy="770237"/>
            </a:xfrm>
            <a:prstGeom prst="rect">
              <a:avLst/>
            </a:prstGeom>
            <a:noFill/>
            <a:ln>
              <a:noFill/>
            </a:ln>
          </p:spPr>
          <p:txBody>
            <a:bodyPr anchorCtr="0" anchor="ctr" bIns="102850" lIns="102850" spcFirstLastPara="1" rIns="102850" wrap="square" tIns="102850">
              <a:noAutofit/>
            </a:bodyPr>
            <a:lstStyle/>
            <a:p>
              <a:pPr indent="0" lvl="0" marL="0" marR="0" rtl="0" algn="l">
                <a:lnSpc>
                  <a:spcPct val="90000"/>
                </a:lnSpc>
                <a:spcBef>
                  <a:spcPts val="0"/>
                </a:spcBef>
                <a:spcAft>
                  <a:spcPts val="0"/>
                </a:spcAft>
                <a:buClr>
                  <a:schemeClr val="dk2"/>
                </a:buClr>
                <a:buSzPts val="2700"/>
                <a:buFont typeface="Open Sans"/>
                <a:buNone/>
              </a:pPr>
              <a:r>
                <a:rPr b="0" i="0" lang="en-US" sz="2700" u="none" cap="none" strike="noStrike">
                  <a:solidFill>
                    <a:schemeClr val="dk2"/>
                  </a:solidFill>
                  <a:latin typeface="Noto Sans SC"/>
                  <a:ea typeface="Noto Sans SC"/>
                  <a:cs typeface="Open Sans"/>
                  <a:sym typeface="Open Sans"/>
                </a:rPr>
                <a:t>训练准确性高</a:t>
              </a:r>
              <a:endParaRPr b="0" i="0" sz="1400" u="none" cap="none" strike="noStrike">
                <a:solidFill>
                  <a:srgbClr val="000000"/>
                </a:solidFill>
                <a:latin typeface="Open Sans"/>
                <a:ea typeface="Noto Sans SC"/>
                <a:cs typeface="Open Sans"/>
                <a:sym typeface="Open Sans"/>
              </a:endParaRPr>
            </a:p>
          </p:txBody>
        </p:sp>
        <p:sp>
          <p:nvSpPr>
            <p:cNvPr id="58" name="Google Shape;58;p4"/>
            <p:cNvSpPr/>
            <p:nvPr/>
          </p:nvSpPr>
          <p:spPr>
            <a:xfrm>
              <a:off x="1323173" y="1933841"/>
              <a:ext cx="7958937" cy="818163"/>
            </a:xfrm>
            <a:prstGeom prst="roundRect">
              <a:avLst>
                <a:gd fmla="val 10000" name="adj"/>
              </a:avLst>
            </a:prstGeom>
            <a:gradFill>
              <a:gsLst>
                <a:gs pos="0">
                  <a:srgbClr val="ABD6C1"/>
                </a:gs>
                <a:gs pos="35000">
                  <a:srgbClr val="C6E0D1"/>
                </a:gs>
                <a:gs pos="100000">
                  <a:srgbClr val="E9F3EC"/>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59" name="Google Shape;59;p4"/>
            <p:cNvSpPr txBox="1"/>
            <p:nvPr/>
          </p:nvSpPr>
          <p:spPr>
            <a:xfrm>
              <a:off x="1347136" y="1957804"/>
              <a:ext cx="6722592" cy="770237"/>
            </a:xfrm>
            <a:prstGeom prst="rect">
              <a:avLst/>
            </a:prstGeom>
            <a:noFill/>
            <a:ln>
              <a:noFill/>
            </a:ln>
          </p:spPr>
          <p:txBody>
            <a:bodyPr anchorCtr="0" anchor="ctr" bIns="102850" lIns="102850" spcFirstLastPara="1" rIns="102850" wrap="square" tIns="102850">
              <a:noAutofit/>
            </a:bodyPr>
            <a:lstStyle/>
            <a:p>
              <a:pPr indent="0" lvl="0" marL="0" marR="0" rtl="0" algn="l">
                <a:lnSpc>
                  <a:spcPct val="90000"/>
                </a:lnSpc>
                <a:spcBef>
                  <a:spcPts val="0"/>
                </a:spcBef>
                <a:spcAft>
                  <a:spcPts val="0"/>
                </a:spcAft>
                <a:buClr>
                  <a:schemeClr val="dk2"/>
                </a:buClr>
                <a:buSzPts val="2700"/>
                <a:buFont typeface="Open Sans"/>
                <a:buNone/>
              </a:pPr>
              <a:r>
                <a:rPr b="0" i="0" lang="en-US" sz="2700" u="none" cap="none" strike="noStrike">
                  <a:solidFill>
                    <a:schemeClr val="dk2"/>
                  </a:solidFill>
                  <a:latin typeface="Noto Sans SC"/>
                  <a:ea typeface="Noto Sans SC"/>
                  <a:cs typeface="Open Sans"/>
                  <a:sym typeface="Open Sans"/>
                </a:rPr>
                <a:t>验证准确性低</a:t>
              </a:r>
              <a:endParaRPr b="0" i="0" sz="1400" u="none" cap="none" strike="noStrike">
                <a:solidFill>
                  <a:srgbClr val="000000"/>
                </a:solidFill>
                <a:latin typeface="Open Sans"/>
                <a:ea typeface="Noto Sans SC"/>
                <a:cs typeface="Open Sans"/>
                <a:sym typeface="Open Sans"/>
              </a:endParaRPr>
            </a:p>
          </p:txBody>
        </p:sp>
        <p:sp>
          <p:nvSpPr>
            <p:cNvPr id="60" name="Google Shape;60;p4"/>
            <p:cNvSpPr/>
            <p:nvPr/>
          </p:nvSpPr>
          <p:spPr>
            <a:xfrm>
              <a:off x="1989734" y="2900761"/>
              <a:ext cx="7958937" cy="818163"/>
            </a:xfrm>
            <a:prstGeom prst="roundRect">
              <a:avLst>
                <a:gd fmla="val 10000" name="adj"/>
              </a:avLst>
            </a:prstGeom>
            <a:gradFill>
              <a:gsLst>
                <a:gs pos="0">
                  <a:srgbClr val="ABD6C1"/>
                </a:gs>
                <a:gs pos="35000">
                  <a:srgbClr val="C6E0D1"/>
                </a:gs>
                <a:gs pos="100000">
                  <a:srgbClr val="E9F3EC"/>
                </a:gs>
              </a:gsLst>
              <a:lin ang="16200000" scaled="0"/>
            </a:gradFill>
            <a:ln>
              <a:noFill/>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61" name="Google Shape;61;p4"/>
            <p:cNvSpPr txBox="1"/>
            <p:nvPr/>
          </p:nvSpPr>
          <p:spPr>
            <a:xfrm>
              <a:off x="2013697" y="2924724"/>
              <a:ext cx="6712644" cy="770237"/>
            </a:xfrm>
            <a:prstGeom prst="rect">
              <a:avLst/>
            </a:prstGeom>
            <a:noFill/>
            <a:ln>
              <a:noFill/>
            </a:ln>
          </p:spPr>
          <p:txBody>
            <a:bodyPr anchorCtr="0" anchor="ctr" bIns="102850" lIns="102850" spcFirstLastPara="1" rIns="102850" wrap="square" tIns="102850">
              <a:noAutofit/>
            </a:bodyPr>
            <a:lstStyle/>
            <a:p>
              <a:pPr indent="0" lvl="0" marL="0" marR="0" rtl="0" algn="l">
                <a:lnSpc>
                  <a:spcPct val="90000"/>
                </a:lnSpc>
                <a:spcBef>
                  <a:spcPts val="0"/>
                </a:spcBef>
                <a:spcAft>
                  <a:spcPts val="0"/>
                </a:spcAft>
                <a:buClr>
                  <a:schemeClr val="dk2"/>
                </a:buClr>
                <a:buSzPts val="2700"/>
                <a:buFont typeface="Open Sans"/>
                <a:buNone/>
              </a:pPr>
              <a:r>
                <a:rPr b="0" i="0" lang="en-US" sz="2700" u="none" cap="none" strike="noStrike">
                  <a:solidFill>
                    <a:schemeClr val="dk2"/>
                  </a:solidFill>
                  <a:latin typeface="Noto Sans SC"/>
                  <a:ea typeface="Noto Sans SC"/>
                  <a:cs typeface="Open Sans"/>
                  <a:sym typeface="Open Sans"/>
                </a:rPr>
                <a:t>过拟合证据</a:t>
              </a:r>
              <a:endParaRPr b="0" i="0" sz="1400" u="none" cap="none" strike="noStrike">
                <a:solidFill>
                  <a:srgbClr val="000000"/>
                </a:solidFill>
                <a:latin typeface="Open Sans"/>
                <a:ea typeface="Noto Sans SC"/>
                <a:cs typeface="Open Sans"/>
                <a:sym typeface="Open Sans"/>
              </a:endParaRPr>
            </a:p>
          </p:txBody>
        </p:sp>
        <p:sp>
          <p:nvSpPr>
            <p:cNvPr id="62" name="Google Shape;62;p4"/>
            <p:cNvSpPr/>
            <p:nvPr/>
          </p:nvSpPr>
          <p:spPr>
            <a:xfrm>
              <a:off x="7427131" y="626638"/>
              <a:ext cx="531806" cy="531806"/>
            </a:xfrm>
            <a:prstGeom prst="downArrow">
              <a:avLst>
                <a:gd fmla="val 55000" name="adj1"/>
                <a:gd fmla="val 45000" name="adj2"/>
              </a:avLst>
            </a:prstGeom>
            <a:solidFill>
              <a:srgbClr val="C9D5CE">
                <a:alpha val="89804"/>
              </a:srgbClr>
            </a:solidFill>
            <a:ln cap="flat" cmpd="sng" w="9525">
              <a:solidFill>
                <a:srgbClr val="C9D5CE">
                  <a:alpha val="89804"/>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63" name="Google Shape;63;p4"/>
            <p:cNvSpPr txBox="1"/>
            <p:nvPr/>
          </p:nvSpPr>
          <p:spPr>
            <a:xfrm>
              <a:off x="7546787" y="626638"/>
              <a:ext cx="292494" cy="400184"/>
            </a:xfrm>
            <a:prstGeom prst="rect">
              <a:avLst/>
            </a:prstGeom>
            <a:noFill/>
            <a:ln>
              <a:noFill/>
            </a:ln>
          </p:spPr>
          <p:txBody>
            <a:bodyPr anchorCtr="0" anchor="ctr" bIns="31750" lIns="31750" spcFirstLastPara="1" rIns="31750" wrap="square" tIns="31750">
              <a:noAutofit/>
            </a:bodyPr>
            <a:lstStyle/>
            <a:p>
              <a:pPr indent="0" lvl="0" marL="0" marR="0" rtl="0" algn="ctr">
                <a:lnSpc>
                  <a:spcPct val="90000"/>
                </a:lnSpc>
                <a:spcBef>
                  <a:spcPts val="0"/>
                </a:spcBef>
                <a:spcAft>
                  <a:spcPts val="0"/>
                </a:spcAft>
                <a:buClr>
                  <a:schemeClr val="lt1"/>
                </a:buClr>
                <a:buSzPts val="2500"/>
                <a:buFont typeface="Open Sans"/>
                <a:buNone/>
              </a:pPr>
              <a:r>
                <a:t/>
              </a:r>
              <a:endParaRPr b="0" i="0" sz="2500" u="none" cap="none" strike="noStrike">
                <a:solidFill>
                  <a:schemeClr val="lt1"/>
                </a:solidFill>
                <a:latin typeface="Open Sans"/>
                <a:ea typeface="Noto Sans SC"/>
                <a:cs typeface="Open Sans"/>
                <a:sym typeface="Open Sans"/>
              </a:endParaRPr>
            </a:p>
          </p:txBody>
        </p:sp>
        <p:sp>
          <p:nvSpPr>
            <p:cNvPr id="64" name="Google Shape;64;p4"/>
            <p:cNvSpPr/>
            <p:nvPr/>
          </p:nvSpPr>
          <p:spPr>
            <a:xfrm>
              <a:off x="8093692" y="1593559"/>
              <a:ext cx="531806" cy="531806"/>
            </a:xfrm>
            <a:prstGeom prst="downArrow">
              <a:avLst>
                <a:gd fmla="val 55000" name="adj1"/>
                <a:gd fmla="val 45000" name="adj2"/>
              </a:avLst>
            </a:prstGeom>
            <a:solidFill>
              <a:srgbClr val="C9D5CE">
                <a:alpha val="89804"/>
              </a:srgbClr>
            </a:solidFill>
            <a:ln cap="flat" cmpd="sng" w="9525">
              <a:solidFill>
                <a:srgbClr val="C9D5CE">
                  <a:alpha val="89804"/>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65" name="Google Shape;65;p4"/>
            <p:cNvSpPr txBox="1"/>
            <p:nvPr/>
          </p:nvSpPr>
          <p:spPr>
            <a:xfrm>
              <a:off x="8213348" y="1593559"/>
              <a:ext cx="292494" cy="400184"/>
            </a:xfrm>
            <a:prstGeom prst="rect">
              <a:avLst/>
            </a:prstGeom>
            <a:noFill/>
            <a:ln>
              <a:noFill/>
            </a:ln>
          </p:spPr>
          <p:txBody>
            <a:bodyPr anchorCtr="0" anchor="ctr" bIns="31750" lIns="31750" spcFirstLastPara="1" rIns="31750" wrap="square" tIns="31750">
              <a:noAutofit/>
            </a:bodyPr>
            <a:lstStyle/>
            <a:p>
              <a:pPr indent="0" lvl="0" marL="0" marR="0" rtl="0" algn="ctr">
                <a:lnSpc>
                  <a:spcPct val="90000"/>
                </a:lnSpc>
                <a:spcBef>
                  <a:spcPts val="0"/>
                </a:spcBef>
                <a:spcAft>
                  <a:spcPts val="0"/>
                </a:spcAft>
                <a:buClr>
                  <a:schemeClr val="lt1"/>
                </a:buClr>
                <a:buSzPts val="2500"/>
                <a:buFont typeface="Open Sans"/>
                <a:buNone/>
              </a:pPr>
              <a:r>
                <a:t/>
              </a:r>
              <a:endParaRPr b="0" i="0" sz="2500" u="none" cap="none" strike="noStrike">
                <a:solidFill>
                  <a:schemeClr val="lt1"/>
                </a:solidFill>
                <a:latin typeface="Open Sans"/>
                <a:ea typeface="Noto Sans SC"/>
                <a:cs typeface="Open Sans"/>
                <a:sym typeface="Open Sans"/>
              </a:endParaRPr>
            </a:p>
          </p:txBody>
        </p:sp>
        <p:sp>
          <p:nvSpPr>
            <p:cNvPr id="66" name="Google Shape;66;p4"/>
            <p:cNvSpPr/>
            <p:nvPr/>
          </p:nvSpPr>
          <p:spPr>
            <a:xfrm>
              <a:off x="8750304" y="2560479"/>
              <a:ext cx="531806" cy="531806"/>
            </a:xfrm>
            <a:prstGeom prst="downArrow">
              <a:avLst>
                <a:gd fmla="val 55000" name="adj1"/>
                <a:gd fmla="val 45000" name="adj2"/>
              </a:avLst>
            </a:prstGeom>
            <a:solidFill>
              <a:srgbClr val="C9D5CE">
                <a:alpha val="89804"/>
              </a:srgbClr>
            </a:solidFill>
            <a:ln cap="flat" cmpd="sng" w="9525">
              <a:solidFill>
                <a:srgbClr val="C9D5CE">
                  <a:alpha val="89804"/>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67" name="Google Shape;67;p4"/>
            <p:cNvSpPr txBox="1"/>
            <p:nvPr/>
          </p:nvSpPr>
          <p:spPr>
            <a:xfrm>
              <a:off x="8869960" y="2560479"/>
              <a:ext cx="292494" cy="400184"/>
            </a:xfrm>
            <a:prstGeom prst="rect">
              <a:avLst/>
            </a:prstGeom>
            <a:noFill/>
            <a:ln>
              <a:noFill/>
            </a:ln>
          </p:spPr>
          <p:txBody>
            <a:bodyPr anchorCtr="0" anchor="ctr" bIns="31750" lIns="31750" spcFirstLastPara="1" rIns="31750" wrap="square" tIns="31750">
              <a:noAutofit/>
            </a:bodyPr>
            <a:lstStyle/>
            <a:p>
              <a:pPr indent="0" lvl="0" marL="0" marR="0" rtl="0" algn="ctr">
                <a:lnSpc>
                  <a:spcPct val="90000"/>
                </a:lnSpc>
                <a:spcBef>
                  <a:spcPts val="0"/>
                </a:spcBef>
                <a:spcAft>
                  <a:spcPts val="0"/>
                </a:spcAft>
                <a:buClr>
                  <a:schemeClr val="lt1"/>
                </a:buClr>
                <a:buSzPts val="2500"/>
                <a:buFont typeface="Open Sans"/>
                <a:buNone/>
              </a:pPr>
              <a:r>
                <a:t/>
              </a:r>
              <a:endParaRPr b="0" i="0" sz="2500" u="none" cap="none" strike="noStrike">
                <a:solidFill>
                  <a:schemeClr val="lt1"/>
                </a:solidFill>
                <a:latin typeface="Open Sans"/>
                <a:ea typeface="Noto Sans SC"/>
                <a:cs typeface="Open Sans"/>
                <a:sym typeface="Open Sans"/>
              </a:endParaRPr>
            </a:p>
          </p:txBody>
        </p:sp>
      </p:grpSp>
      <p:sp xmlns:p="http://schemas.openxmlformats.org/presentationml/2006/main" xmlns:a="http://schemas.openxmlformats.org/drawingml/2006/main">
        <p:nvSpPr>
          <p:cNvPr id="68"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71" name="Shape 71"/>
        <p:cNvGrpSpPr/>
        <p:nvPr/>
      </p:nvGrpSpPr>
      <p:grpSpPr>
        <a:xfrm>
          <a:off x="0" y="0"/>
          <a:ext cx="0" cy="0"/>
          <a:chOff x="0" y="0"/>
          <a:chExt cx="0" cy="0"/>
        </a:xfrm>
      </p:grpSpPr>
      <p:sp>
        <p:nvSpPr>
          <p:cNvPr id="72" name="Google Shape;72;p5"/>
          <p:cNvSpPr txBox="1"/>
          <p:nvPr/>
        </p:nvSpPr>
        <p:spPr>
          <a:xfrm>
            <a:off x="498348" y="2790635"/>
            <a:ext cx="9976104" cy="590931"/>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rgbClr val="000000"/>
                </a:solidFill>
                <a:latin typeface="Noto Sans SC"/>
                <a:ea typeface="Noto Sans SC"/>
                <a:cs typeface="Open Sans"/>
                <a:sym typeface="Open Sans"/>
              </a:rPr>
              <a:t>内核和卷积</a:t>
            </a:r>
            <a:endParaRPr b="1" i="0" sz="3600" u="none" cap="none" strike="noStrike">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73"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76" name="Shape 76"/>
        <p:cNvGrpSpPr/>
        <p:nvPr/>
      </p:nvGrpSpPr>
      <p:grpSpPr>
        <a:xfrm>
          <a:off x="0" y="0"/>
          <a:ext cx="0" cy="0"/>
          <a:chOff x="0" y="0"/>
          <a:chExt cx="0" cy="0"/>
        </a:xfrm>
      </p:grpSpPr>
      <p:sp>
        <p:nvSpPr>
          <p:cNvPr id="77" name="Google Shape;77;p6"/>
          <p:cNvSpPr/>
          <p:nvPr/>
        </p:nvSpPr>
        <p:spPr>
          <a:xfrm>
            <a:off x="6924342" y="3876294"/>
            <a:ext cx="914400" cy="1810512"/>
          </a:xfrm>
          <a:prstGeom prst="rect">
            <a:avLst/>
          </a:prstGeom>
          <a:solidFill>
            <a:schemeClr val="lt2"/>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Open Sans"/>
              <a:buNone/>
            </a:pPr>
            <a:r>
              <a:rPr b="1" i="0" lang="en-US" sz="1400" u="none" cap="none" strike="noStrike">
                <a:solidFill>
                  <a:schemeClr val="lt1"/>
                </a:solidFill>
                <a:latin typeface="Noto Sans SC"/>
                <a:ea typeface="Noto Sans SC"/>
                <a:cs typeface="Open Sans"/>
                <a:sym typeface="Open Sans"/>
              </a:rPr>
              <a:t>调暗</a:t>
            </a:r>
            <a:endParaRPr b="0" i="0" sz="1400" u="none" cap="none" strike="noStrike">
              <a:solidFill>
                <a:srgbClr val="000000"/>
              </a:solidFill>
              <a:latin typeface="Open Sans"/>
              <a:ea typeface="Noto Sans SC"/>
              <a:cs typeface="Open Sans"/>
              <a:sym typeface="Open Sans"/>
            </a:endParaRPr>
          </a:p>
          <a:p>
            <a:pPr indent="0" lvl="0" marL="0" marR="0" rtl="0" algn="ctr">
              <a:lnSpc>
                <a:spcPct val="100000"/>
              </a:lnSpc>
              <a:spcBef>
                <a:spcPts val="0"/>
              </a:spcBef>
              <a:spcAft>
                <a:spcPts val="0"/>
              </a:spcAft>
              <a:buClr>
                <a:srgbClr val="000000"/>
              </a:buClr>
              <a:buSzPts val="2000"/>
              <a:buFont typeface="Open Sans"/>
              <a:buNone/>
            </a:pPr>
            <a:r>
              <a:t/>
            </a:r>
            <a:endParaRPr b="1" i="0" sz="2000" u="none" cap="none" strike="noStrike">
              <a:solidFill>
                <a:schemeClr val="lt1"/>
              </a:solidFill>
              <a:latin typeface="Open Sans"/>
              <a:ea typeface="Noto Sans SC"/>
              <a:cs typeface="Open Sans"/>
              <a:sym typeface="Open Sans"/>
            </a:endParaRPr>
          </a:p>
        </p:txBody>
      </p:sp>
      <p:sp>
        <p:nvSpPr>
          <p:cNvPr id="78" name="Google Shape;78;p6"/>
          <p:cNvSpPr/>
          <p:nvPr/>
        </p:nvSpPr>
        <p:spPr>
          <a:xfrm>
            <a:off x="6924342" y="1599816"/>
            <a:ext cx="914400" cy="1810512"/>
          </a:xfrm>
          <a:prstGeom prst="rect">
            <a:avLst/>
          </a:prstGeom>
          <a:solidFill>
            <a:schemeClr val="lt2"/>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Open Sans"/>
              <a:buNone/>
            </a:pPr>
            <a:r>
              <a:rPr b="1" i="0" lang="en-US" sz="1400" u="none" cap="none" strike="noStrike">
                <a:solidFill>
                  <a:schemeClr val="lt1"/>
                </a:solidFill>
                <a:latin typeface="Noto Sans SC"/>
                <a:ea typeface="Noto Sans SC"/>
                <a:cs typeface="Open Sans"/>
                <a:sym typeface="Open Sans"/>
              </a:rPr>
              <a:t>锐化</a:t>
            </a:r>
            <a:endParaRPr b="0" i="0" sz="1400" u="none" cap="none" strike="noStrike">
              <a:solidFill>
                <a:srgbClr val="000000"/>
              </a:solidFill>
              <a:latin typeface="Open Sans"/>
              <a:ea typeface="Noto Sans SC"/>
              <a:cs typeface="Open Sans"/>
              <a:sym typeface="Open Sans"/>
            </a:endParaRPr>
          </a:p>
          <a:p>
            <a:pPr indent="0" lvl="0" marL="0" marR="0" rtl="0" algn="ctr">
              <a:lnSpc>
                <a:spcPct val="100000"/>
              </a:lnSpc>
              <a:spcBef>
                <a:spcPts val="0"/>
              </a:spcBef>
              <a:spcAft>
                <a:spcPts val="0"/>
              </a:spcAft>
              <a:buClr>
                <a:srgbClr val="000000"/>
              </a:buClr>
              <a:buSzPts val="2000"/>
              <a:buFont typeface="Open Sans"/>
              <a:buNone/>
            </a:pPr>
            <a:r>
              <a:t/>
            </a:r>
            <a:endParaRPr b="1" i="0" sz="2000" u="none" cap="none" strike="noStrike">
              <a:solidFill>
                <a:schemeClr val="lt1"/>
              </a:solidFill>
              <a:latin typeface="Open Sans"/>
              <a:ea typeface="Noto Sans SC"/>
              <a:cs typeface="Open Sans"/>
              <a:sym typeface="Open Sans"/>
            </a:endParaRPr>
          </a:p>
        </p:txBody>
      </p:sp>
      <p:sp>
        <p:nvSpPr>
          <p:cNvPr id="79" name="Google Shape;79;p6"/>
          <p:cNvSpPr/>
          <p:nvPr/>
        </p:nvSpPr>
        <p:spPr>
          <a:xfrm>
            <a:off x="3094173" y="3857243"/>
            <a:ext cx="914400" cy="1810512"/>
          </a:xfrm>
          <a:prstGeom prst="rect">
            <a:avLst/>
          </a:prstGeom>
          <a:solidFill>
            <a:schemeClr val="lt2"/>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Open Sans"/>
              <a:buNone/>
            </a:pPr>
            <a:r>
              <a:rPr b="1" i="0" lang="en-US" sz="1400" u="none" cap="none" strike="noStrike">
                <a:solidFill>
                  <a:schemeClr val="lt1"/>
                </a:solidFill>
                <a:latin typeface="Noto Sans SC"/>
                <a:ea typeface="Noto Sans SC"/>
                <a:cs typeface="Open Sans"/>
                <a:sym typeface="Open Sans"/>
              </a:rPr>
              <a:t>调亮</a:t>
            </a:r>
            <a:endParaRPr b="0" i="0" sz="1400" u="none" cap="none" strike="noStrike">
              <a:solidFill>
                <a:srgbClr val="000000"/>
              </a:solidFill>
              <a:latin typeface="Open Sans"/>
              <a:ea typeface="Noto Sans SC"/>
              <a:cs typeface="Open Sans"/>
              <a:sym typeface="Open Sans"/>
            </a:endParaRPr>
          </a:p>
          <a:p>
            <a:pPr indent="0" lvl="0" marL="0" marR="0" rtl="0" algn="ctr">
              <a:lnSpc>
                <a:spcPct val="100000"/>
              </a:lnSpc>
              <a:spcBef>
                <a:spcPts val="0"/>
              </a:spcBef>
              <a:spcAft>
                <a:spcPts val="0"/>
              </a:spcAft>
              <a:buClr>
                <a:srgbClr val="000000"/>
              </a:buClr>
              <a:buSzPts val="2000"/>
              <a:buFont typeface="Open Sans"/>
              <a:buNone/>
            </a:pPr>
            <a:r>
              <a:t/>
            </a:r>
            <a:endParaRPr b="1" i="0" sz="2000" u="none" cap="none" strike="noStrike">
              <a:solidFill>
                <a:schemeClr val="lt1"/>
              </a:solidFill>
              <a:latin typeface="Open Sans"/>
              <a:ea typeface="Noto Sans SC"/>
              <a:cs typeface="Open Sans"/>
              <a:sym typeface="Open Sans"/>
            </a:endParaRPr>
          </a:p>
        </p:txBody>
      </p:sp>
      <p:sp>
        <p:nvSpPr>
          <p:cNvPr id="80" name="Google Shape;80;p6"/>
          <p:cNvSpPr/>
          <p:nvPr/>
        </p:nvSpPr>
        <p:spPr>
          <a:xfrm>
            <a:off x="3102018" y="1599816"/>
            <a:ext cx="914400" cy="1810512"/>
          </a:xfrm>
          <a:prstGeom prst="rect">
            <a:avLst/>
          </a:prstGeom>
          <a:solidFill>
            <a:schemeClr val="lt2"/>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Open Sans"/>
              <a:buNone/>
            </a:pPr>
            <a:r>
              <a:rPr b="1" i="0" lang="en-US" sz="1400" u="none" cap="none" strike="noStrike">
                <a:solidFill>
                  <a:schemeClr val="lt1"/>
                </a:solidFill>
                <a:latin typeface="Noto Sans SC"/>
                <a:ea typeface="Noto Sans SC"/>
                <a:cs typeface="Open Sans"/>
                <a:sym typeface="Open Sans"/>
              </a:rPr>
              <a:t>模糊</a:t>
            </a:r>
            <a:endParaRPr b="1" i="0" sz="2000" u="none" cap="none" strike="noStrike">
              <a:solidFill>
                <a:schemeClr val="lt1"/>
              </a:solidFill>
              <a:latin typeface="Open Sans"/>
              <a:ea typeface="Noto Sans SC"/>
              <a:cs typeface="Open Sans"/>
              <a:sym typeface="Open Sans"/>
            </a:endParaRPr>
          </a:p>
          <a:p>
            <a:pPr indent="0" lvl="0" marL="0" marR="0" rtl="0" algn="ctr">
              <a:lnSpc>
                <a:spcPct val="100000"/>
              </a:lnSpc>
              <a:spcBef>
                <a:spcPts val="0"/>
              </a:spcBef>
              <a:spcAft>
                <a:spcPts val="0"/>
              </a:spcAft>
              <a:buClr>
                <a:srgbClr val="000000"/>
              </a:buClr>
              <a:buSzPts val="2000"/>
              <a:buFont typeface="Open Sans"/>
              <a:buNone/>
            </a:pPr>
            <a:r>
              <a:t/>
            </a:r>
            <a:endParaRPr b="1" i="0" sz="2000" u="none" cap="none" strike="noStrike">
              <a:solidFill>
                <a:schemeClr val="lt1"/>
              </a:solidFill>
              <a:latin typeface="Open Sans"/>
              <a:ea typeface="Noto Sans SC"/>
              <a:cs typeface="Open Sans"/>
              <a:sym typeface="Open Sans"/>
            </a:endParaRPr>
          </a:p>
        </p:txBody>
      </p:sp>
      <p:sp>
        <p:nvSpPr>
          <p:cNvPr id="81" name="Google Shape;81;p6"/>
          <p:cNvSpPr/>
          <p:nvPr/>
        </p:nvSpPr>
        <p:spPr>
          <a:xfrm>
            <a:off x="406160" y="4148203"/>
            <a:ext cx="2400301" cy="914400"/>
          </a:xfrm>
          <a:prstGeom prst="rect">
            <a:avLst/>
          </a:prstGeom>
          <a:solidFill>
            <a:srgbClr val="3372EC"/>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Open Sans"/>
              <a:buNone/>
            </a:pPr>
            <a:r>
              <a:rPr b="1" i="0" lang="en-US" sz="2000" u="none" cap="none" strike="noStrike">
                <a:solidFill>
                  <a:schemeClr val="lt1"/>
                </a:solidFill>
                <a:latin typeface="Noto Sans SC"/>
                <a:ea typeface="Noto Sans SC"/>
                <a:cs typeface="Open Sans"/>
                <a:sym typeface="Open Sans"/>
              </a:rPr>
              <a:t>原始图像</a:t>
            </a:r>
            <a:endParaRPr b="1" i="0" sz="2000" u="none" cap="none" strike="noStrike">
              <a:solidFill>
                <a:schemeClr val="lt1"/>
              </a:solidFill>
              <a:latin typeface="Open Sans"/>
              <a:ea typeface="Noto Sans SC"/>
              <a:cs typeface="Open Sans"/>
              <a:sym typeface="Open Sans"/>
            </a:endParaRPr>
          </a:p>
        </p:txBody>
      </p:sp>
      <p:sp>
        <p:nvSpPr>
          <p:cNvPr id="82" name="Google Shape;82;p6"/>
          <p:cNvSpPr txBox="1"/>
          <p:nvPr/>
        </p:nvSpPr>
        <p:spPr>
          <a:xfrm>
            <a:off x="516750" y="640238"/>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内核和卷积</a:t>
            </a:r>
            <a:endParaRPr b="1" i="0" sz="3600" u="none" cap="none" strike="noStrike">
              <a:solidFill>
                <a:schemeClr val="dk2"/>
              </a:solidFill>
              <a:latin typeface="Open Sans"/>
              <a:ea typeface="Noto Sans SC"/>
              <a:cs typeface="Open Sans"/>
              <a:sym typeface="Open Sans"/>
            </a:endParaRPr>
          </a:p>
        </p:txBody>
      </p:sp>
      <p:pic>
        <p:nvPicPr>
          <p:cNvPr descr="Water" id="83" name="Google Shape;83;p6"/>
          <p:cNvPicPr preferRelativeResize="0"/>
          <p:nvPr/>
        </p:nvPicPr>
        <p:blipFill rotWithShape="1">
          <a:blip r:embed="rId3">
            <a:alphaModFix/>
          </a:blip>
          <a:srcRect b="0" l="0" r="0" t="0"/>
          <a:stretch/>
        </p:blipFill>
        <p:spPr>
          <a:xfrm>
            <a:off x="3102018" y="1678398"/>
            <a:ext cx="914400" cy="914400"/>
          </a:xfrm>
          <a:prstGeom prst="rect">
            <a:avLst/>
          </a:prstGeom>
          <a:noFill/>
          <a:ln>
            <a:noFill/>
          </a:ln>
        </p:spPr>
      </p:pic>
      <p:sp>
        <p:nvSpPr>
          <p:cNvPr id="84" name="Google Shape;84;p6"/>
          <p:cNvSpPr/>
          <p:nvPr/>
        </p:nvSpPr>
        <p:spPr>
          <a:xfrm>
            <a:off x="7067217" y="1811747"/>
            <a:ext cx="628650" cy="64770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i="0" sz="1800" u="none" cap="none" strike="noStrike">
              <a:solidFill>
                <a:schemeClr val="lt1"/>
              </a:solidFill>
              <a:latin typeface="Open Sans"/>
              <a:ea typeface="Noto Sans SC"/>
              <a:cs typeface="Open Sans"/>
              <a:sym typeface="Open Sans"/>
            </a:endParaRPr>
          </a:p>
        </p:txBody>
      </p:sp>
      <p:pic>
        <p:nvPicPr>
          <p:cNvPr id="85" name="Google Shape;85;p6"/>
          <p:cNvPicPr preferRelativeResize="0"/>
          <p:nvPr/>
        </p:nvPicPr>
        <p:blipFill rotWithShape="1">
          <a:blip r:embed="rId4">
            <a:alphaModFix/>
          </a:blip>
          <a:srcRect b="22668" l="60562" r="1" t="24748"/>
          <a:stretch/>
        </p:blipFill>
        <p:spPr>
          <a:xfrm>
            <a:off x="410083" y="2152473"/>
            <a:ext cx="2404223" cy="1803167"/>
          </a:xfrm>
          <a:prstGeom prst="rect">
            <a:avLst/>
          </a:prstGeom>
          <a:no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pic>
      <p:pic>
        <p:nvPicPr>
          <p:cNvPr id="86" name="Google Shape;86;p6"/>
          <p:cNvPicPr preferRelativeResize="0"/>
          <p:nvPr/>
        </p:nvPicPr>
        <p:blipFill rotWithShape="1">
          <a:blip r:embed="rId5">
            <a:alphaModFix/>
          </a:blip>
          <a:srcRect b="0" l="0" r="0" t="0"/>
          <a:stretch/>
        </p:blipFill>
        <p:spPr>
          <a:xfrm>
            <a:off x="4270230" y="1609724"/>
            <a:ext cx="2400300" cy="1809750"/>
          </a:xfrm>
          <a:prstGeom prst="rect">
            <a:avLst/>
          </a:prstGeom>
          <a:no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pic>
      <p:pic>
        <p:nvPicPr>
          <p:cNvPr id="87" name="Google Shape;87;p6"/>
          <p:cNvPicPr preferRelativeResize="0"/>
          <p:nvPr/>
        </p:nvPicPr>
        <p:blipFill rotWithShape="1">
          <a:blip r:embed="rId6">
            <a:alphaModFix/>
          </a:blip>
          <a:srcRect b="0" l="0" r="0" t="0"/>
          <a:stretch/>
        </p:blipFill>
        <p:spPr>
          <a:xfrm>
            <a:off x="8092554" y="1609724"/>
            <a:ext cx="2400300" cy="1809750"/>
          </a:xfrm>
          <a:prstGeom prst="rect">
            <a:avLst/>
          </a:prstGeom>
          <a:no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pic>
      <p:pic>
        <p:nvPicPr>
          <p:cNvPr descr="Dim (Medium Sun)" id="88" name="Google Shape;88;p6"/>
          <p:cNvPicPr preferRelativeResize="0"/>
          <p:nvPr/>
        </p:nvPicPr>
        <p:blipFill rotWithShape="1">
          <a:blip r:embed="rId7">
            <a:alphaModFix/>
          </a:blip>
          <a:srcRect b="0" l="0" r="0" t="0"/>
          <a:stretch/>
        </p:blipFill>
        <p:spPr>
          <a:xfrm>
            <a:off x="3094173" y="3955640"/>
            <a:ext cx="914400" cy="914400"/>
          </a:xfrm>
          <a:prstGeom prst="rect">
            <a:avLst/>
          </a:prstGeom>
          <a:noFill/>
          <a:ln>
            <a:noFill/>
          </a:ln>
        </p:spPr>
      </p:pic>
      <p:pic>
        <p:nvPicPr>
          <p:cNvPr descr="Sunglasses" id="89" name="Google Shape;89;p6"/>
          <p:cNvPicPr preferRelativeResize="0"/>
          <p:nvPr/>
        </p:nvPicPr>
        <p:blipFill rotWithShape="1">
          <a:blip r:embed="rId8">
            <a:alphaModFix/>
          </a:blip>
          <a:srcRect b="0" l="0" r="0" t="0"/>
          <a:stretch/>
        </p:blipFill>
        <p:spPr>
          <a:xfrm>
            <a:off x="6924342" y="3955640"/>
            <a:ext cx="914400" cy="914400"/>
          </a:xfrm>
          <a:prstGeom prst="rect">
            <a:avLst/>
          </a:prstGeom>
          <a:noFill/>
          <a:ln>
            <a:noFill/>
          </a:ln>
        </p:spPr>
      </p:pic>
      <p:pic>
        <p:nvPicPr>
          <p:cNvPr id="90" name="Google Shape;90;p6"/>
          <p:cNvPicPr preferRelativeResize="0"/>
          <p:nvPr/>
        </p:nvPicPr>
        <p:blipFill rotWithShape="1">
          <a:blip r:embed="rId9">
            <a:alphaModFix/>
          </a:blip>
          <a:srcRect b="0" l="0" r="0" t="0"/>
          <a:stretch/>
        </p:blipFill>
        <p:spPr>
          <a:xfrm>
            <a:off x="8092554" y="3867150"/>
            <a:ext cx="2400300" cy="1809750"/>
          </a:xfrm>
          <a:prstGeom prst="rect">
            <a:avLst/>
          </a:prstGeom>
          <a:no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pic>
      <p:pic>
        <p:nvPicPr>
          <p:cNvPr id="91" name="Google Shape;91;p6"/>
          <p:cNvPicPr preferRelativeResize="0"/>
          <p:nvPr/>
        </p:nvPicPr>
        <p:blipFill rotWithShape="1">
          <a:blip r:embed="rId10">
            <a:alphaModFix/>
          </a:blip>
          <a:srcRect b="0" l="0" r="0" t="0"/>
          <a:stretch/>
        </p:blipFill>
        <p:spPr>
          <a:xfrm>
            <a:off x="4270230" y="3867150"/>
            <a:ext cx="2400300" cy="1809750"/>
          </a:xfrm>
          <a:prstGeom prst="rect">
            <a:avLst/>
          </a:prstGeom>
          <a:no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pic>
      <p:sp xmlns:p="http://schemas.openxmlformats.org/presentationml/2006/main" xmlns:a="http://schemas.openxmlformats.org/drawingml/2006/main">
        <p:nvSpPr>
          <p:cNvPr id="92"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95" name="Shape 95"/>
        <p:cNvGrpSpPr/>
        <p:nvPr/>
      </p:nvGrpSpPr>
      <p:grpSpPr>
        <a:xfrm>
          <a:off x="0" y="0"/>
          <a:ext cx="0" cy="0"/>
          <a:chOff x="0" y="0"/>
          <a:chExt cx="0" cy="0"/>
        </a:xfrm>
      </p:grpSpPr>
      <p:sp>
        <p:nvSpPr>
          <p:cNvPr id="96" name="Google Shape;96;p7"/>
          <p:cNvSpPr/>
          <p:nvPr/>
        </p:nvSpPr>
        <p:spPr>
          <a:xfrm>
            <a:off x="6924342" y="3876294"/>
            <a:ext cx="914400" cy="1810512"/>
          </a:xfrm>
          <a:prstGeom prst="rect">
            <a:avLst/>
          </a:prstGeom>
          <a:solidFill>
            <a:schemeClr val="lt2"/>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Open Sans"/>
              <a:buNone/>
            </a:pPr>
            <a:r>
              <a:rPr b="1" i="0" lang="en-US" sz="1400" u="none" cap="none" strike="noStrike">
                <a:solidFill>
                  <a:schemeClr val="lt1"/>
                </a:solidFill>
                <a:latin typeface="Noto Sans SC"/>
                <a:ea typeface="Noto Sans SC"/>
                <a:cs typeface="Open Sans"/>
                <a:sym typeface="Open Sans"/>
              </a:rPr>
              <a:t>调暗</a:t>
            </a:r>
            <a:endParaRPr b="0" i="0" sz="1400" u="none" cap="none" strike="noStrike">
              <a:solidFill>
                <a:srgbClr val="000000"/>
              </a:solidFill>
              <a:latin typeface="Open Sans"/>
              <a:ea typeface="Noto Sans SC"/>
              <a:cs typeface="Open Sans"/>
              <a:sym typeface="Open Sans"/>
            </a:endParaRPr>
          </a:p>
          <a:p>
            <a:pPr indent="0" lvl="0" marL="0" marR="0" rtl="0" algn="ctr">
              <a:lnSpc>
                <a:spcPct val="100000"/>
              </a:lnSpc>
              <a:spcBef>
                <a:spcPts val="0"/>
              </a:spcBef>
              <a:spcAft>
                <a:spcPts val="0"/>
              </a:spcAft>
              <a:buClr>
                <a:srgbClr val="000000"/>
              </a:buClr>
              <a:buSzPts val="2000"/>
              <a:buFont typeface="Open Sans"/>
              <a:buNone/>
            </a:pPr>
            <a:r>
              <a:t/>
            </a:r>
            <a:endParaRPr b="1" i="0" sz="2000" u="none" cap="none" strike="noStrike">
              <a:solidFill>
                <a:schemeClr val="lt1"/>
              </a:solidFill>
              <a:latin typeface="Open Sans"/>
              <a:ea typeface="Noto Sans SC"/>
              <a:cs typeface="Open Sans"/>
              <a:sym typeface="Open Sans"/>
            </a:endParaRPr>
          </a:p>
        </p:txBody>
      </p:sp>
      <p:sp>
        <p:nvSpPr>
          <p:cNvPr id="97" name="Google Shape;97;p7"/>
          <p:cNvSpPr/>
          <p:nvPr/>
        </p:nvSpPr>
        <p:spPr>
          <a:xfrm>
            <a:off x="6924342" y="1599816"/>
            <a:ext cx="914400" cy="1810512"/>
          </a:xfrm>
          <a:prstGeom prst="rect">
            <a:avLst/>
          </a:prstGeom>
          <a:solidFill>
            <a:schemeClr val="lt2"/>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Open Sans"/>
              <a:buNone/>
            </a:pPr>
            <a:r>
              <a:rPr b="1" i="0" lang="en-US" sz="1400" u="none" cap="none" strike="noStrike">
                <a:solidFill>
                  <a:schemeClr val="lt1"/>
                </a:solidFill>
                <a:latin typeface="Noto Sans SC"/>
                <a:ea typeface="Noto Sans SC"/>
                <a:cs typeface="Open Sans"/>
                <a:sym typeface="Open Sans"/>
              </a:rPr>
              <a:t>锐化</a:t>
            </a:r>
            <a:endParaRPr b="0" i="0" sz="1400" u="none" cap="none" strike="noStrike">
              <a:solidFill>
                <a:srgbClr val="000000"/>
              </a:solidFill>
              <a:latin typeface="Open Sans"/>
              <a:ea typeface="Noto Sans SC"/>
              <a:cs typeface="Open Sans"/>
              <a:sym typeface="Open Sans"/>
            </a:endParaRPr>
          </a:p>
          <a:p>
            <a:pPr indent="0" lvl="0" marL="0" marR="0" rtl="0" algn="ctr">
              <a:lnSpc>
                <a:spcPct val="100000"/>
              </a:lnSpc>
              <a:spcBef>
                <a:spcPts val="0"/>
              </a:spcBef>
              <a:spcAft>
                <a:spcPts val="0"/>
              </a:spcAft>
              <a:buClr>
                <a:srgbClr val="000000"/>
              </a:buClr>
              <a:buSzPts val="2000"/>
              <a:buFont typeface="Open Sans"/>
              <a:buNone/>
            </a:pPr>
            <a:r>
              <a:t/>
            </a:r>
            <a:endParaRPr b="1" i="0" sz="2000" u="none" cap="none" strike="noStrike">
              <a:solidFill>
                <a:schemeClr val="lt1"/>
              </a:solidFill>
              <a:latin typeface="Open Sans"/>
              <a:ea typeface="Noto Sans SC"/>
              <a:cs typeface="Open Sans"/>
              <a:sym typeface="Open Sans"/>
            </a:endParaRPr>
          </a:p>
        </p:txBody>
      </p:sp>
      <p:sp>
        <p:nvSpPr>
          <p:cNvPr id="98" name="Google Shape;98;p7"/>
          <p:cNvSpPr/>
          <p:nvPr/>
        </p:nvSpPr>
        <p:spPr>
          <a:xfrm>
            <a:off x="3094173" y="3857243"/>
            <a:ext cx="914400" cy="1810512"/>
          </a:xfrm>
          <a:prstGeom prst="rect">
            <a:avLst/>
          </a:prstGeom>
          <a:solidFill>
            <a:schemeClr val="lt2"/>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Open Sans"/>
              <a:buNone/>
            </a:pPr>
            <a:r>
              <a:rPr b="1" i="0" lang="en-US" sz="1400" u="none" cap="none" strike="noStrike">
                <a:solidFill>
                  <a:schemeClr val="lt1"/>
                </a:solidFill>
                <a:latin typeface="Noto Sans SC"/>
                <a:ea typeface="Noto Sans SC"/>
                <a:cs typeface="Open Sans"/>
                <a:sym typeface="Open Sans"/>
              </a:rPr>
              <a:t>调亮</a:t>
            </a:r>
            <a:endParaRPr b="0" i="0" sz="1400" u="none" cap="none" strike="noStrike">
              <a:solidFill>
                <a:srgbClr val="000000"/>
              </a:solidFill>
              <a:latin typeface="Open Sans"/>
              <a:ea typeface="Noto Sans SC"/>
              <a:cs typeface="Open Sans"/>
              <a:sym typeface="Open Sans"/>
            </a:endParaRPr>
          </a:p>
          <a:p>
            <a:pPr indent="0" lvl="0" marL="0" marR="0" rtl="0" algn="ctr">
              <a:lnSpc>
                <a:spcPct val="100000"/>
              </a:lnSpc>
              <a:spcBef>
                <a:spcPts val="0"/>
              </a:spcBef>
              <a:spcAft>
                <a:spcPts val="0"/>
              </a:spcAft>
              <a:buClr>
                <a:srgbClr val="000000"/>
              </a:buClr>
              <a:buSzPts val="2000"/>
              <a:buFont typeface="Open Sans"/>
              <a:buNone/>
            </a:pPr>
            <a:r>
              <a:t/>
            </a:r>
            <a:endParaRPr b="1" i="0" sz="2000" u="none" cap="none" strike="noStrike">
              <a:solidFill>
                <a:schemeClr val="lt1"/>
              </a:solidFill>
              <a:latin typeface="Open Sans"/>
              <a:ea typeface="Noto Sans SC"/>
              <a:cs typeface="Open Sans"/>
              <a:sym typeface="Open Sans"/>
            </a:endParaRPr>
          </a:p>
        </p:txBody>
      </p:sp>
      <p:sp>
        <p:nvSpPr>
          <p:cNvPr id="99" name="Google Shape;99;p7"/>
          <p:cNvSpPr/>
          <p:nvPr/>
        </p:nvSpPr>
        <p:spPr>
          <a:xfrm>
            <a:off x="3102018" y="1599816"/>
            <a:ext cx="914400" cy="1810512"/>
          </a:xfrm>
          <a:prstGeom prst="rect">
            <a:avLst/>
          </a:prstGeom>
          <a:solidFill>
            <a:schemeClr val="lt2"/>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Open Sans"/>
              <a:buNone/>
            </a:pPr>
            <a:r>
              <a:rPr b="1" i="0" lang="en-US" sz="1400" u="none" cap="none" strike="noStrike">
                <a:solidFill>
                  <a:schemeClr val="lt1"/>
                </a:solidFill>
                <a:latin typeface="Noto Sans SC"/>
                <a:ea typeface="Noto Sans SC"/>
                <a:cs typeface="Open Sans"/>
                <a:sym typeface="Open Sans"/>
              </a:rPr>
              <a:t>模糊</a:t>
            </a:r>
            <a:endParaRPr b="1" i="0" sz="2000" u="none" cap="none" strike="noStrike">
              <a:solidFill>
                <a:schemeClr val="lt1"/>
              </a:solidFill>
              <a:latin typeface="Open Sans"/>
              <a:ea typeface="Noto Sans SC"/>
              <a:cs typeface="Open Sans"/>
              <a:sym typeface="Open Sans"/>
            </a:endParaRPr>
          </a:p>
          <a:p>
            <a:pPr indent="0" lvl="0" marL="0" marR="0" rtl="0" algn="ctr">
              <a:lnSpc>
                <a:spcPct val="100000"/>
              </a:lnSpc>
              <a:spcBef>
                <a:spcPts val="0"/>
              </a:spcBef>
              <a:spcAft>
                <a:spcPts val="0"/>
              </a:spcAft>
              <a:buClr>
                <a:srgbClr val="000000"/>
              </a:buClr>
              <a:buSzPts val="2000"/>
              <a:buFont typeface="Open Sans"/>
              <a:buNone/>
            </a:pPr>
            <a:r>
              <a:t/>
            </a:r>
            <a:endParaRPr b="1" i="0" sz="2000" u="none" cap="none" strike="noStrike">
              <a:solidFill>
                <a:schemeClr val="lt1"/>
              </a:solidFill>
              <a:latin typeface="Open Sans"/>
              <a:ea typeface="Noto Sans SC"/>
              <a:cs typeface="Open Sans"/>
              <a:sym typeface="Open Sans"/>
            </a:endParaRPr>
          </a:p>
        </p:txBody>
      </p:sp>
      <p:sp>
        <p:nvSpPr>
          <p:cNvPr id="100" name="Google Shape;100;p7"/>
          <p:cNvSpPr/>
          <p:nvPr/>
        </p:nvSpPr>
        <p:spPr>
          <a:xfrm>
            <a:off x="406160" y="4148203"/>
            <a:ext cx="2400301" cy="914400"/>
          </a:xfrm>
          <a:prstGeom prst="rect">
            <a:avLst/>
          </a:prstGeom>
          <a:solidFill>
            <a:srgbClr val="3372EC"/>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Open Sans"/>
              <a:buNone/>
            </a:pPr>
            <a:r>
              <a:rPr b="1" i="0" lang="en-US" sz="2000" u="none" cap="none" strike="noStrike">
                <a:solidFill>
                  <a:schemeClr val="lt1"/>
                </a:solidFill>
                <a:latin typeface="Noto Sans SC"/>
                <a:ea typeface="Noto Sans SC"/>
                <a:cs typeface="Open Sans"/>
                <a:sym typeface="Open Sans"/>
              </a:rPr>
              <a:t>原始图像</a:t>
            </a:r>
            <a:endParaRPr b="1" i="0" sz="2000" u="none" cap="none" strike="noStrike">
              <a:solidFill>
                <a:schemeClr val="lt1"/>
              </a:solidFill>
              <a:latin typeface="Open Sans"/>
              <a:ea typeface="Noto Sans SC"/>
              <a:cs typeface="Open Sans"/>
              <a:sym typeface="Open Sans"/>
            </a:endParaRPr>
          </a:p>
        </p:txBody>
      </p:sp>
      <p:sp>
        <p:nvSpPr>
          <p:cNvPr id="101" name="Google Shape;101;p7"/>
          <p:cNvSpPr txBox="1"/>
          <p:nvPr/>
        </p:nvSpPr>
        <p:spPr>
          <a:xfrm>
            <a:off x="516750" y="640238"/>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内核和卷积</a:t>
            </a:r>
            <a:endParaRPr b="1" i="0" sz="3600" u="none" cap="none" strike="noStrike">
              <a:solidFill>
                <a:schemeClr val="dk2"/>
              </a:solidFill>
              <a:latin typeface="Open Sans"/>
              <a:ea typeface="Noto Sans SC"/>
              <a:cs typeface="Open Sans"/>
              <a:sym typeface="Open Sans"/>
            </a:endParaRPr>
          </a:p>
        </p:txBody>
      </p:sp>
      <p:pic>
        <p:nvPicPr>
          <p:cNvPr descr="Water" id="102" name="Google Shape;102;p7"/>
          <p:cNvPicPr preferRelativeResize="0"/>
          <p:nvPr/>
        </p:nvPicPr>
        <p:blipFill rotWithShape="1">
          <a:blip r:embed="rId3">
            <a:alphaModFix/>
          </a:blip>
          <a:srcRect b="0" l="0" r="0" t="0"/>
          <a:stretch/>
        </p:blipFill>
        <p:spPr>
          <a:xfrm>
            <a:off x="3102018" y="1678398"/>
            <a:ext cx="914400" cy="914400"/>
          </a:xfrm>
          <a:prstGeom prst="rect">
            <a:avLst/>
          </a:prstGeom>
          <a:noFill/>
          <a:ln>
            <a:noFill/>
          </a:ln>
        </p:spPr>
      </p:pic>
      <p:sp>
        <p:nvSpPr>
          <p:cNvPr id="103" name="Google Shape;103;p7"/>
          <p:cNvSpPr/>
          <p:nvPr/>
        </p:nvSpPr>
        <p:spPr>
          <a:xfrm>
            <a:off x="7067217" y="1811747"/>
            <a:ext cx="628650" cy="64770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i="0" sz="1800" u="none" cap="none" strike="noStrike">
              <a:solidFill>
                <a:schemeClr val="lt1"/>
              </a:solidFill>
              <a:latin typeface="Open Sans"/>
              <a:ea typeface="Noto Sans SC"/>
              <a:cs typeface="Open Sans"/>
              <a:sym typeface="Open Sans"/>
            </a:endParaRPr>
          </a:p>
        </p:txBody>
      </p:sp>
      <p:pic>
        <p:nvPicPr>
          <p:cNvPr id="104" name="Google Shape;104;p7"/>
          <p:cNvPicPr preferRelativeResize="0"/>
          <p:nvPr/>
        </p:nvPicPr>
        <p:blipFill rotWithShape="1">
          <a:blip r:embed="rId4">
            <a:alphaModFix/>
          </a:blip>
          <a:srcRect b="22668" l="60562" r="1" t="24748"/>
          <a:stretch/>
        </p:blipFill>
        <p:spPr>
          <a:xfrm>
            <a:off x="410083" y="2152473"/>
            <a:ext cx="2404223" cy="1803167"/>
          </a:xfrm>
          <a:prstGeom prst="rect">
            <a:avLst/>
          </a:prstGeom>
          <a:no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pic>
      <p:pic>
        <p:nvPicPr>
          <p:cNvPr id="105" name="Google Shape;105;p7"/>
          <p:cNvPicPr preferRelativeResize="0"/>
          <p:nvPr/>
        </p:nvPicPr>
        <p:blipFill rotWithShape="1">
          <a:blip r:embed="rId5">
            <a:alphaModFix/>
          </a:blip>
          <a:srcRect b="0" l="0" r="0" t="0"/>
          <a:stretch/>
        </p:blipFill>
        <p:spPr>
          <a:xfrm>
            <a:off x="4270230" y="1609724"/>
            <a:ext cx="2400300" cy="1809750"/>
          </a:xfrm>
          <a:prstGeom prst="rect">
            <a:avLst/>
          </a:prstGeom>
          <a:no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pic>
      <p:pic>
        <p:nvPicPr>
          <p:cNvPr id="106" name="Google Shape;106;p7"/>
          <p:cNvPicPr preferRelativeResize="0"/>
          <p:nvPr/>
        </p:nvPicPr>
        <p:blipFill rotWithShape="1">
          <a:blip r:embed="rId6">
            <a:alphaModFix/>
          </a:blip>
          <a:srcRect b="0" l="0" r="0" t="0"/>
          <a:stretch/>
        </p:blipFill>
        <p:spPr>
          <a:xfrm>
            <a:off x="8092554" y="1609724"/>
            <a:ext cx="2400300" cy="1809750"/>
          </a:xfrm>
          <a:prstGeom prst="rect">
            <a:avLst/>
          </a:prstGeom>
          <a:no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pic>
      <p:pic>
        <p:nvPicPr>
          <p:cNvPr descr="Dim (Medium Sun)" id="107" name="Google Shape;107;p7"/>
          <p:cNvPicPr preferRelativeResize="0"/>
          <p:nvPr/>
        </p:nvPicPr>
        <p:blipFill rotWithShape="1">
          <a:blip r:embed="rId7">
            <a:alphaModFix/>
          </a:blip>
          <a:srcRect b="0" l="0" r="0" t="0"/>
          <a:stretch/>
        </p:blipFill>
        <p:spPr>
          <a:xfrm>
            <a:off x="3094173" y="3955640"/>
            <a:ext cx="914400" cy="914400"/>
          </a:xfrm>
          <a:prstGeom prst="rect">
            <a:avLst/>
          </a:prstGeom>
          <a:noFill/>
          <a:ln>
            <a:noFill/>
          </a:ln>
        </p:spPr>
      </p:pic>
      <p:pic>
        <p:nvPicPr>
          <p:cNvPr descr="Sunglasses" id="108" name="Google Shape;108;p7"/>
          <p:cNvPicPr preferRelativeResize="0"/>
          <p:nvPr/>
        </p:nvPicPr>
        <p:blipFill rotWithShape="1">
          <a:blip r:embed="rId8">
            <a:alphaModFix/>
          </a:blip>
          <a:srcRect b="0" l="0" r="0" t="0"/>
          <a:stretch/>
        </p:blipFill>
        <p:spPr>
          <a:xfrm>
            <a:off x="6924342" y="3955640"/>
            <a:ext cx="914400" cy="914400"/>
          </a:xfrm>
          <a:prstGeom prst="rect">
            <a:avLst/>
          </a:prstGeom>
          <a:noFill/>
          <a:ln>
            <a:noFill/>
          </a:ln>
        </p:spPr>
      </p:pic>
      <p:pic>
        <p:nvPicPr>
          <p:cNvPr id="109" name="Google Shape;109;p7"/>
          <p:cNvPicPr preferRelativeResize="0"/>
          <p:nvPr/>
        </p:nvPicPr>
        <p:blipFill rotWithShape="1">
          <a:blip r:embed="rId9">
            <a:alphaModFix/>
          </a:blip>
          <a:srcRect b="0" l="0" r="0" t="0"/>
          <a:stretch/>
        </p:blipFill>
        <p:spPr>
          <a:xfrm>
            <a:off x="8092554" y="3867150"/>
            <a:ext cx="2400300" cy="1809750"/>
          </a:xfrm>
          <a:prstGeom prst="rect">
            <a:avLst/>
          </a:prstGeom>
          <a:no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pic>
      <p:pic>
        <p:nvPicPr>
          <p:cNvPr id="110" name="Google Shape;110;p7"/>
          <p:cNvPicPr preferRelativeResize="0"/>
          <p:nvPr/>
        </p:nvPicPr>
        <p:blipFill rotWithShape="1">
          <a:blip r:embed="rId10">
            <a:alphaModFix/>
          </a:blip>
          <a:srcRect b="0" l="0" r="0" t="0"/>
          <a:stretch/>
        </p:blipFill>
        <p:spPr>
          <a:xfrm>
            <a:off x="4270230" y="3867150"/>
            <a:ext cx="2400300" cy="1809750"/>
          </a:xfrm>
          <a:prstGeom prst="rect">
            <a:avLst/>
          </a:prstGeom>
          <a:no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pic>
      <p:graphicFrame>
        <p:nvGraphicFramePr>
          <p:cNvPr id="111" name="Google Shape;111;p7"/>
          <p:cNvGraphicFramePr/>
          <p:nvPr/>
        </p:nvGraphicFramePr>
        <p:xfrm>
          <a:off x="4296285" y="3904757"/>
          <a:ext cx="3000000" cy="3000000"/>
        </p:xfrm>
        <a:graphic>
          <a:graphicData uri="http://schemas.openxmlformats.org/drawingml/2006/table">
            <a:tbl>
              <a:tblPr bandRow="1" firstRow="1">
                <a:noFill/>
                <a:tableStyleId>{12C8CB8B-E5CB-499C-984B-79234ABCCBC8}</a:tableStyleId>
              </a:tblPr>
              <a:tblGrid>
                <a:gridCol w="562525"/>
                <a:gridCol w="562525"/>
                <a:gridCol w="562525"/>
              </a:tblGrid>
              <a:tr h="228600">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28575">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3960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28575">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1.5</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2857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3960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28575">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2857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dk2"/>
                      </a:solidFill>
                      <a:prstDash val="solid"/>
                      <a:round/>
                      <a:headEnd len="sm" w="sm" type="none"/>
                      <a:tailEnd len="sm" w="sm" type="none"/>
                    </a:lnB>
                    <a:solidFill>
                      <a:srgbClr val="B9CFF9"/>
                    </a:solidFill>
                  </a:tcPr>
                </a:tc>
              </a:tr>
            </a:tbl>
          </a:graphicData>
        </a:graphic>
      </p:graphicFrame>
      <p:graphicFrame>
        <p:nvGraphicFramePr>
          <p:cNvPr id="112" name="Google Shape;112;p7"/>
          <p:cNvGraphicFramePr/>
          <p:nvPr/>
        </p:nvGraphicFramePr>
        <p:xfrm>
          <a:off x="8130998" y="3904757"/>
          <a:ext cx="3000000" cy="3000000"/>
        </p:xfrm>
        <a:graphic>
          <a:graphicData uri="http://schemas.openxmlformats.org/drawingml/2006/table">
            <a:tbl>
              <a:tblPr bandRow="1" firstRow="1">
                <a:noFill/>
                <a:tableStyleId>{12C8CB8B-E5CB-499C-984B-79234ABCCBC8}</a:tableStyleId>
              </a:tblPr>
              <a:tblGrid>
                <a:gridCol w="562525"/>
                <a:gridCol w="562525"/>
                <a:gridCol w="562525"/>
              </a:tblGrid>
              <a:tr h="228600">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28575">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3960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28575">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0.5</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2857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3960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28575">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2857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dk2"/>
                      </a:solidFill>
                      <a:prstDash val="solid"/>
                      <a:round/>
                      <a:headEnd len="sm" w="sm" type="none"/>
                      <a:tailEnd len="sm" w="sm" type="none"/>
                    </a:lnB>
                    <a:solidFill>
                      <a:srgbClr val="B9CFF9"/>
                    </a:solidFill>
                  </a:tcPr>
                </a:tc>
              </a:tr>
            </a:tbl>
          </a:graphicData>
        </a:graphic>
      </p:graphicFrame>
      <p:graphicFrame>
        <p:nvGraphicFramePr>
          <p:cNvPr id="113" name="Google Shape;113;p7"/>
          <p:cNvGraphicFramePr/>
          <p:nvPr/>
        </p:nvGraphicFramePr>
        <p:xfrm>
          <a:off x="4296819" y="1637208"/>
          <a:ext cx="3000000" cy="3000000"/>
        </p:xfrm>
        <a:graphic>
          <a:graphicData uri="http://schemas.openxmlformats.org/drawingml/2006/table">
            <a:tbl>
              <a:tblPr bandRow="1" firstRow="1">
                <a:noFill/>
                <a:tableStyleId>{12C8CB8B-E5CB-499C-984B-79234ABCCBC8}</a:tableStyleId>
              </a:tblPr>
              <a:tblGrid>
                <a:gridCol w="562525"/>
                <a:gridCol w="562525"/>
                <a:gridCol w="562525"/>
              </a:tblGrid>
              <a:tr h="228600">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.06</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28575">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.13</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.06</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3960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.13</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28575">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.25</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.13</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2857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3960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.06</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28575">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.13</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.06</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2857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dk2"/>
                      </a:solidFill>
                      <a:prstDash val="solid"/>
                      <a:round/>
                      <a:headEnd len="sm" w="sm" type="none"/>
                      <a:tailEnd len="sm" w="sm" type="none"/>
                    </a:lnB>
                    <a:solidFill>
                      <a:srgbClr val="B9CFF9"/>
                    </a:solidFill>
                  </a:tcPr>
                </a:tc>
              </a:tr>
            </a:tbl>
          </a:graphicData>
        </a:graphic>
      </p:graphicFrame>
      <p:graphicFrame>
        <p:nvGraphicFramePr>
          <p:cNvPr id="114" name="Google Shape;114;p7"/>
          <p:cNvGraphicFramePr/>
          <p:nvPr/>
        </p:nvGraphicFramePr>
        <p:xfrm>
          <a:off x="8130998" y="1636630"/>
          <a:ext cx="3000000" cy="3000000"/>
        </p:xfrm>
        <a:graphic>
          <a:graphicData uri="http://schemas.openxmlformats.org/drawingml/2006/table">
            <a:tbl>
              <a:tblPr bandRow="1" firstRow="1">
                <a:noFill/>
                <a:tableStyleId>{12C8CB8B-E5CB-499C-984B-79234ABCCBC8}</a:tableStyleId>
              </a:tblPr>
              <a:tblGrid>
                <a:gridCol w="562525"/>
                <a:gridCol w="562525"/>
                <a:gridCol w="562525"/>
              </a:tblGrid>
              <a:tr h="228600">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28575">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-1</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3960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28575">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5</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2857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3960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28575">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2857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dk2"/>
                      </a:solidFill>
                      <a:prstDash val="solid"/>
                      <a:round/>
                      <a:headEnd len="sm" w="sm" type="none"/>
                      <a:tailEnd len="sm" w="sm" type="none"/>
                    </a:lnB>
                    <a:solidFill>
                      <a:srgbClr val="B9CFF9"/>
                    </a:solidFill>
                  </a:tcPr>
                </a:tc>
              </a:tr>
            </a:tbl>
          </a:graphicData>
        </a:graphic>
      </p:graphicFrame>
      <p:sp xmlns:p="http://schemas.openxmlformats.org/presentationml/2006/main" xmlns:a="http://schemas.openxmlformats.org/drawingml/2006/main">
        <p:nvSpPr>
          <p:cNvPr id="115"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18" name="Shape 118"/>
        <p:cNvGrpSpPr/>
        <p:nvPr/>
      </p:nvGrpSpPr>
      <p:grpSpPr>
        <a:xfrm>
          <a:off x="0" y="0"/>
          <a:ext cx="0" cy="0"/>
          <a:chOff x="0" y="0"/>
          <a:chExt cx="0" cy="0"/>
        </a:xfrm>
      </p:grpSpPr>
      <p:sp>
        <p:nvSpPr>
          <p:cNvPr id="119" name="Google Shape;119;p8"/>
          <p:cNvSpPr txBox="1"/>
          <p:nvPr/>
        </p:nvSpPr>
        <p:spPr>
          <a:xfrm>
            <a:off x="516750" y="640238"/>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内核和卷积</a:t>
            </a:r>
            <a:endParaRPr b="1" i="0" sz="3600" u="none" cap="none" strike="noStrike">
              <a:solidFill>
                <a:schemeClr val="dk2"/>
              </a:solidFill>
              <a:latin typeface="Open Sans"/>
              <a:ea typeface="Noto Sans SC"/>
              <a:cs typeface="Open Sans"/>
              <a:sym typeface="Open Sans"/>
            </a:endParaRPr>
          </a:p>
        </p:txBody>
      </p:sp>
      <p:graphicFrame>
        <p:nvGraphicFramePr>
          <p:cNvPr id="120" name="Google Shape;120;p8"/>
          <p:cNvGraphicFramePr/>
          <p:nvPr/>
        </p:nvGraphicFramePr>
        <p:xfrm>
          <a:off x="3315509" y="2740261"/>
          <a:ext cx="3000000" cy="3000000"/>
        </p:xfrm>
        <a:graphic>
          <a:graphicData uri="http://schemas.openxmlformats.org/drawingml/2006/table">
            <a:tbl>
              <a:tblPr bandRow="1" firstRow="1">
                <a:noFill/>
                <a:tableStyleId>{12C8CB8B-E5CB-499C-984B-79234ABCCBC8}</a:tableStyleId>
              </a:tblPr>
              <a:tblGrid>
                <a:gridCol w="583800"/>
                <a:gridCol w="583800"/>
                <a:gridCol w="583800"/>
                <a:gridCol w="583800"/>
                <a:gridCol w="583800"/>
                <a:gridCol w="583800"/>
              </a:tblGrid>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r>
            </a:tbl>
          </a:graphicData>
        </a:graphic>
      </p:graphicFrame>
      <p:graphicFrame>
        <p:nvGraphicFramePr>
          <p:cNvPr id="121" name="Google Shape;121;p8"/>
          <p:cNvGraphicFramePr/>
          <p:nvPr/>
        </p:nvGraphicFramePr>
        <p:xfrm>
          <a:off x="929552" y="3617052"/>
          <a:ext cx="3000000" cy="3000000"/>
        </p:xfrm>
        <a:graphic>
          <a:graphicData uri="http://schemas.openxmlformats.org/drawingml/2006/table">
            <a:tbl>
              <a:tblPr bandRow="1" firstRow="1">
                <a:noFill/>
                <a:tableStyleId>{12C8CB8B-E5CB-499C-984B-79234ABCCBC8}</a:tableStyleId>
              </a:tblPr>
              <a:tblGrid>
                <a:gridCol w="562525"/>
                <a:gridCol w="562525"/>
                <a:gridCol w="562525"/>
              </a:tblGrid>
              <a:tr h="228600">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.06</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.13</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.06</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3960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.13</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.25</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.13</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3960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.06</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.13</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.06</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r>
            </a:tbl>
          </a:graphicData>
        </a:graphic>
      </p:graphicFrame>
      <p:sp>
        <p:nvSpPr>
          <p:cNvPr id="122" name="Google Shape;122;p8"/>
          <p:cNvSpPr/>
          <p:nvPr/>
        </p:nvSpPr>
        <p:spPr>
          <a:xfrm>
            <a:off x="3315509" y="1627567"/>
            <a:ext cx="3502854" cy="914400"/>
          </a:xfrm>
          <a:prstGeom prst="rect">
            <a:avLst/>
          </a:prstGeom>
          <a:solidFill>
            <a:srgbClr val="3372EC"/>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Open Sans"/>
              <a:buNone/>
            </a:pPr>
            <a:r>
              <a:rPr b="1" i="0" lang="en-US" sz="2000" u="none" cap="none" strike="noStrike">
                <a:solidFill>
                  <a:schemeClr val="lt1"/>
                </a:solidFill>
                <a:latin typeface="Noto Sans SC"/>
                <a:ea typeface="Noto Sans SC"/>
                <a:cs typeface="Open Sans"/>
                <a:sym typeface="Open Sans"/>
              </a:rPr>
              <a:t>原始图像</a:t>
            </a:r>
            <a:endParaRPr b="1" i="0" sz="2000" u="none" cap="none" strike="noStrike">
              <a:solidFill>
                <a:schemeClr val="lt1"/>
              </a:solidFill>
              <a:latin typeface="Open Sans"/>
              <a:ea typeface="Noto Sans SC"/>
              <a:cs typeface="Open Sans"/>
              <a:sym typeface="Open Sans"/>
            </a:endParaRPr>
          </a:p>
        </p:txBody>
      </p:sp>
      <p:sp>
        <p:nvSpPr>
          <p:cNvPr id="123" name="Google Shape;123;p8"/>
          <p:cNvSpPr/>
          <p:nvPr/>
        </p:nvSpPr>
        <p:spPr>
          <a:xfrm>
            <a:off x="929552" y="1627567"/>
            <a:ext cx="1687581" cy="914400"/>
          </a:xfrm>
          <a:prstGeom prst="rect">
            <a:avLst/>
          </a:prstGeom>
          <a:solidFill>
            <a:schemeClr val="lt2"/>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1" i="0" lang="en-US" sz="1800" u="none" cap="none" strike="noStrike">
                <a:solidFill>
                  <a:schemeClr val="lt1"/>
                </a:solidFill>
                <a:latin typeface="Noto Sans SC"/>
                <a:ea typeface="Noto Sans SC"/>
                <a:cs typeface="Open Sans"/>
                <a:sym typeface="Open Sans"/>
              </a:rPr>
              <a:t>增加亮度的</a:t>
            </a:r>
            <a:endParaRPr/>
          </a:p>
          <a:p>
            <a:pPr indent="0" lvl="0" marL="0" marR="0" rtl="0" algn="ctr">
              <a:lnSpc>
                <a:spcPct val="100000"/>
              </a:lnSpc>
              <a:spcBef>
                <a:spcPts val="0"/>
              </a:spcBef>
              <a:spcAft>
                <a:spcPts val="0"/>
              </a:spcAft>
              <a:buClr>
                <a:srgbClr val="000000"/>
              </a:buClr>
              <a:buSzPts val="1800"/>
              <a:buFont typeface="Open Sans"/>
              <a:buNone/>
            </a:pPr>
            <a:r>
              <a:rPr b="1" i="0" lang="en-US" sz="1800" u="none" cap="none" strike="noStrike">
                <a:solidFill>
                  <a:schemeClr val="lt1"/>
                </a:solidFill>
                <a:latin typeface="Noto Sans SC"/>
                <a:ea typeface="Noto Sans SC"/>
                <a:cs typeface="Open Sans"/>
                <a:sym typeface="Open Sans"/>
              </a:rPr>
              <a:t>内核</a:t>
            </a:r>
            <a:endParaRPr b="0" i="0" sz="1400" u="none" cap="none" strike="noStrike">
              <a:solidFill>
                <a:srgbClr val="000000"/>
              </a:solidFill>
              <a:latin typeface="Open Sans"/>
              <a:ea typeface="Noto Sans SC"/>
              <a:cs typeface="Open Sans"/>
              <a:sym typeface="Open Sans"/>
            </a:endParaRPr>
          </a:p>
        </p:txBody>
      </p:sp>
      <p:sp>
        <p:nvSpPr>
          <p:cNvPr id="124" name="Google Shape;124;p8"/>
          <p:cNvSpPr txBox="1"/>
          <p:nvPr/>
        </p:nvSpPr>
        <p:spPr>
          <a:xfrm>
            <a:off x="2796096" y="3918976"/>
            <a:ext cx="402354" cy="553998"/>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Open Sans"/>
              <a:buNone/>
            </a:pPr>
            <a:r>
              <a:rPr b="0" i="0" lang="en-US" sz="1800" u="none" cap="none" strike="noStrike">
                <a:solidFill>
                  <a:srgbClr val="000000"/>
                </a:solidFill>
                <a:latin typeface="Open Sans"/>
                <a:ea typeface="Noto Sans SC"/>
                <a:cs typeface="Open Sans"/>
                <a:sym typeface="Open Sans"/>
              </a:rPr>
              <a:t> </a:t>
            </a:r>
            <a:endParaRPr b="0" i="0" sz="1400" u="none" cap="none" strike="noStrike">
              <a:solidFill>
                <a:srgbClr val="000000"/>
              </a:solidFill>
              <a:latin typeface="Open Sans"/>
              <a:ea typeface="Noto Sans SC"/>
              <a:cs typeface="Open Sans"/>
              <a:sym typeface="Open Sans"/>
            </a:endParaRPr>
          </a:p>
        </p:txBody>
      </p:sp>
      <p:sp>
        <p:nvSpPr>
          <p:cNvPr id="125" name="Google Shape;125;p8"/>
          <p:cNvSpPr txBox="1"/>
          <p:nvPr/>
        </p:nvSpPr>
        <p:spPr>
          <a:xfrm>
            <a:off x="7025911" y="4002076"/>
            <a:ext cx="375103" cy="387798"/>
          </a:xfrm>
          <a:prstGeom prst="rect">
            <a:avLst/>
          </a:prstGeom>
          <a:blipFill rotWithShape="1">
            <a:blip r:embed="rId4">
              <a:alphaModFix/>
            </a:blip>
            <a:stretch>
              <a:fillRect b="0" l="-21311"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Open Sans"/>
              <a:buNone/>
            </a:pPr>
            <a:r>
              <a:rPr b="0" i="0" lang="en-US" sz="1800" u="none" cap="none" strike="noStrike">
                <a:solidFill>
                  <a:srgbClr val="000000"/>
                </a:solidFill>
                <a:latin typeface="Open Sans"/>
                <a:ea typeface="Noto Sans SC"/>
                <a:cs typeface="Open Sans"/>
                <a:sym typeface="Open Sans"/>
              </a:rPr>
              <a:t> </a:t>
            </a:r>
            <a:endParaRPr b="0" i="0" sz="1400" u="none" cap="none" strike="noStrike">
              <a:solidFill>
                <a:srgbClr val="000000"/>
              </a:solidFill>
              <a:latin typeface="Open Sans"/>
              <a:ea typeface="Noto Sans SC"/>
              <a:cs typeface="Open Sans"/>
              <a:sym typeface="Open Sans"/>
            </a:endParaRPr>
          </a:p>
        </p:txBody>
      </p:sp>
      <p:graphicFrame>
        <p:nvGraphicFramePr>
          <p:cNvPr id="126" name="Google Shape;126;p8"/>
          <p:cNvGraphicFramePr/>
          <p:nvPr/>
        </p:nvGraphicFramePr>
        <p:xfrm>
          <a:off x="7516739" y="2948500"/>
          <a:ext cx="3000000" cy="3000000"/>
        </p:xfrm>
        <a:graphic>
          <a:graphicData uri="http://schemas.openxmlformats.org/drawingml/2006/table">
            <a:tbl>
              <a:tblPr bandRow="1" firstRow="1">
                <a:noFill/>
                <a:tableStyleId>{12C8CB8B-E5CB-499C-984B-79234ABCCBC8}</a:tableStyleId>
              </a:tblPr>
              <a:tblGrid>
                <a:gridCol w="583800"/>
                <a:gridCol w="583800"/>
                <a:gridCol w="583800"/>
                <a:gridCol w="583800"/>
              </a:tblGrid>
              <a:tr h="485250">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r>
            </a:tbl>
          </a:graphicData>
        </a:graphic>
      </p:graphicFrame>
      <p:sp>
        <p:nvSpPr>
          <p:cNvPr id="127" name="Google Shape;127;p8"/>
          <p:cNvSpPr/>
          <p:nvPr/>
        </p:nvSpPr>
        <p:spPr>
          <a:xfrm>
            <a:off x="7516739" y="1627567"/>
            <a:ext cx="2335236" cy="914400"/>
          </a:xfrm>
          <a:prstGeom prst="rect">
            <a:avLst/>
          </a:prstGeom>
          <a:solidFill>
            <a:srgbClr val="00573C"/>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Open Sans"/>
              <a:buNone/>
            </a:pPr>
            <a:r>
              <a:rPr b="1" i="0" lang="en-US" sz="2000" u="none" cap="none" strike="noStrike">
                <a:solidFill>
                  <a:schemeClr val="lt1"/>
                </a:solidFill>
                <a:latin typeface="Noto Sans SC"/>
                <a:ea typeface="Noto Sans SC"/>
                <a:cs typeface="Open Sans"/>
                <a:sym typeface="Open Sans"/>
              </a:rPr>
              <a:t>卷积后的图像</a:t>
            </a:r>
            <a:endParaRPr b="1" i="0" sz="2000" u="none" cap="none" strike="noStrike">
              <a:solidFill>
                <a:schemeClr val="lt1"/>
              </a:solidFill>
              <a:latin typeface="Open Sans"/>
              <a:ea typeface="Noto Sans SC"/>
              <a:cs typeface="Open Sans"/>
              <a:sym typeface="Open Sans"/>
            </a:endParaRPr>
          </a:p>
        </p:txBody>
      </p:sp>
      <p:sp xmlns:p="http://schemas.openxmlformats.org/presentationml/2006/main" xmlns:a="http://schemas.openxmlformats.org/drawingml/2006/main">
        <p:nvSpPr>
          <p:cNvPr id="128"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31" name="Shape 131"/>
        <p:cNvGrpSpPr/>
        <p:nvPr/>
      </p:nvGrpSpPr>
      <p:grpSpPr>
        <a:xfrm>
          <a:off x="0" y="0"/>
          <a:ext cx="0" cy="0"/>
          <a:chOff x="0" y="0"/>
          <a:chExt cx="0" cy="0"/>
        </a:xfrm>
      </p:grpSpPr>
      <p:sp>
        <p:nvSpPr>
          <p:cNvPr id="132" name="Google Shape;132;p9"/>
          <p:cNvSpPr txBox="1"/>
          <p:nvPr/>
        </p:nvSpPr>
        <p:spPr>
          <a:xfrm>
            <a:off x="516750" y="640238"/>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内核和卷积</a:t>
            </a:r>
            <a:endParaRPr b="1" i="0" sz="3600" u="none" cap="none" strike="noStrike">
              <a:solidFill>
                <a:schemeClr val="dk2"/>
              </a:solidFill>
              <a:latin typeface="Open Sans"/>
              <a:ea typeface="Noto Sans SC"/>
              <a:cs typeface="Open Sans"/>
              <a:sym typeface="Open Sans"/>
            </a:endParaRPr>
          </a:p>
        </p:txBody>
      </p:sp>
      <p:graphicFrame>
        <p:nvGraphicFramePr>
          <p:cNvPr id="133" name="Google Shape;133;p9"/>
          <p:cNvGraphicFramePr/>
          <p:nvPr/>
        </p:nvGraphicFramePr>
        <p:xfrm>
          <a:off x="3315509" y="2740261"/>
          <a:ext cx="3000000" cy="3000000"/>
        </p:xfrm>
        <a:graphic>
          <a:graphicData uri="http://schemas.openxmlformats.org/drawingml/2006/table">
            <a:tbl>
              <a:tblPr bandRow="1" firstRow="1">
                <a:noFill/>
                <a:tableStyleId>{12C8CB8B-E5CB-499C-984B-79234ABCCBC8}</a:tableStyleId>
              </a:tblPr>
              <a:tblGrid>
                <a:gridCol w="583800"/>
                <a:gridCol w="583800"/>
                <a:gridCol w="583800"/>
                <a:gridCol w="583800"/>
                <a:gridCol w="583800"/>
                <a:gridCol w="583800"/>
              </a:tblGrid>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chemeClr val="accent3"/>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chemeClr val="accent3"/>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chemeClr val="accent3"/>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chemeClr val="accent3"/>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chemeClr val="accent3"/>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chemeClr val="accent3"/>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r>
            </a:tbl>
          </a:graphicData>
        </a:graphic>
      </p:graphicFrame>
      <p:graphicFrame>
        <p:nvGraphicFramePr>
          <p:cNvPr id="134" name="Google Shape;134;p9"/>
          <p:cNvGraphicFramePr/>
          <p:nvPr/>
        </p:nvGraphicFramePr>
        <p:xfrm>
          <a:off x="929552" y="3617052"/>
          <a:ext cx="3000000" cy="3000000"/>
        </p:xfrm>
        <a:graphic>
          <a:graphicData uri="http://schemas.openxmlformats.org/drawingml/2006/table">
            <a:tbl>
              <a:tblPr bandRow="1" firstRow="1">
                <a:noFill/>
                <a:tableStyleId>{12C8CB8B-E5CB-499C-984B-79234ABCCBC8}</a:tableStyleId>
              </a:tblPr>
              <a:tblGrid>
                <a:gridCol w="562525"/>
                <a:gridCol w="562525"/>
                <a:gridCol w="562525"/>
              </a:tblGrid>
              <a:tr h="228600">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.06</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.13</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.06</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3960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.13</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.25</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.13</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3960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.06</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.13</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.06</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r>
            </a:tbl>
          </a:graphicData>
        </a:graphic>
      </p:graphicFrame>
      <p:sp>
        <p:nvSpPr>
          <p:cNvPr id="135" name="Google Shape;135;p9"/>
          <p:cNvSpPr/>
          <p:nvPr/>
        </p:nvSpPr>
        <p:spPr>
          <a:xfrm>
            <a:off x="3315509" y="1627567"/>
            <a:ext cx="3502854" cy="914400"/>
          </a:xfrm>
          <a:prstGeom prst="rect">
            <a:avLst/>
          </a:prstGeom>
          <a:solidFill>
            <a:srgbClr val="3372EC"/>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Open Sans"/>
              <a:buNone/>
            </a:pPr>
            <a:r>
              <a:rPr b="1" i="0" lang="en-US" sz="2000" u="none" cap="none" strike="noStrike">
                <a:solidFill>
                  <a:schemeClr val="lt1"/>
                </a:solidFill>
                <a:latin typeface="Noto Sans SC"/>
                <a:ea typeface="Noto Sans SC"/>
                <a:cs typeface="Open Sans"/>
                <a:sym typeface="Open Sans"/>
              </a:rPr>
              <a:t>原始图像</a:t>
            </a:r>
            <a:endParaRPr b="1" i="0" sz="2000" u="none" cap="none" strike="noStrike">
              <a:solidFill>
                <a:schemeClr val="lt1"/>
              </a:solidFill>
              <a:latin typeface="Open Sans"/>
              <a:ea typeface="Noto Sans SC"/>
              <a:cs typeface="Open Sans"/>
              <a:sym typeface="Open Sans"/>
            </a:endParaRPr>
          </a:p>
        </p:txBody>
      </p:sp>
      <p:sp>
        <p:nvSpPr>
          <p:cNvPr id="136" name="Google Shape;136;p9"/>
          <p:cNvSpPr/>
          <p:nvPr/>
        </p:nvSpPr>
        <p:spPr>
          <a:xfrm>
            <a:off x="929552" y="1627567"/>
            <a:ext cx="1687581" cy="914400"/>
          </a:xfrm>
          <a:prstGeom prst="rect">
            <a:avLst/>
          </a:prstGeom>
          <a:solidFill>
            <a:schemeClr val="lt2"/>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1" i="0" lang="en-US" sz="1800" u="none" cap="none" strike="noStrike">
                <a:solidFill>
                  <a:schemeClr val="lt1"/>
                </a:solidFill>
                <a:latin typeface="Noto Sans SC"/>
                <a:ea typeface="Noto Sans SC"/>
                <a:cs typeface="Open Sans"/>
                <a:sym typeface="Open Sans"/>
              </a:rPr>
              <a:t>增加亮度的</a:t>
            </a:r>
            <a:endParaRPr/>
          </a:p>
          <a:p>
            <a:pPr indent="0" lvl="0" marL="0" marR="0" rtl="0" algn="ctr">
              <a:lnSpc>
                <a:spcPct val="100000"/>
              </a:lnSpc>
              <a:spcBef>
                <a:spcPts val="0"/>
              </a:spcBef>
              <a:spcAft>
                <a:spcPts val="0"/>
              </a:spcAft>
              <a:buClr>
                <a:srgbClr val="000000"/>
              </a:buClr>
              <a:buSzPts val="1800"/>
              <a:buFont typeface="Open Sans"/>
              <a:buNone/>
            </a:pPr>
            <a:r>
              <a:rPr b="1" i="0" lang="en-US" sz="1800" u="none" cap="none" strike="noStrike">
                <a:solidFill>
                  <a:schemeClr val="lt1"/>
                </a:solidFill>
                <a:latin typeface="Noto Sans SC"/>
                <a:ea typeface="Noto Sans SC"/>
                <a:cs typeface="Open Sans"/>
                <a:sym typeface="Open Sans"/>
              </a:rPr>
              <a:t>内核</a:t>
            </a:r>
            <a:endParaRPr b="0" i="0" sz="1400" u="none" cap="none" strike="noStrike">
              <a:solidFill>
                <a:srgbClr val="000000"/>
              </a:solidFill>
              <a:latin typeface="Open Sans"/>
              <a:ea typeface="Noto Sans SC"/>
              <a:cs typeface="Open Sans"/>
              <a:sym typeface="Open Sans"/>
            </a:endParaRPr>
          </a:p>
        </p:txBody>
      </p:sp>
      <p:sp>
        <p:nvSpPr>
          <p:cNvPr id="137" name="Google Shape;137;p9"/>
          <p:cNvSpPr txBox="1"/>
          <p:nvPr/>
        </p:nvSpPr>
        <p:spPr>
          <a:xfrm>
            <a:off x="2796096" y="3918976"/>
            <a:ext cx="402354" cy="553998"/>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Open Sans"/>
              <a:buNone/>
            </a:pPr>
            <a:r>
              <a:rPr b="0" i="0" lang="en-US" sz="1800" u="none" cap="none" strike="noStrike">
                <a:solidFill>
                  <a:srgbClr val="000000"/>
                </a:solidFill>
                <a:latin typeface="Open Sans"/>
                <a:ea typeface="Noto Sans SC"/>
                <a:cs typeface="Open Sans"/>
                <a:sym typeface="Open Sans"/>
              </a:rPr>
              <a:t> </a:t>
            </a:r>
            <a:endParaRPr b="0" i="0" sz="1400" u="none" cap="none" strike="noStrike">
              <a:solidFill>
                <a:srgbClr val="000000"/>
              </a:solidFill>
              <a:latin typeface="Open Sans"/>
              <a:ea typeface="Noto Sans SC"/>
              <a:cs typeface="Open Sans"/>
              <a:sym typeface="Open Sans"/>
            </a:endParaRPr>
          </a:p>
        </p:txBody>
      </p:sp>
      <p:sp>
        <p:nvSpPr>
          <p:cNvPr id="138" name="Google Shape;138;p9"/>
          <p:cNvSpPr txBox="1"/>
          <p:nvPr/>
        </p:nvSpPr>
        <p:spPr>
          <a:xfrm>
            <a:off x="7025911" y="4002076"/>
            <a:ext cx="375103" cy="387798"/>
          </a:xfrm>
          <a:prstGeom prst="rect">
            <a:avLst/>
          </a:prstGeom>
          <a:blipFill rotWithShape="1">
            <a:blip r:embed="rId4">
              <a:alphaModFix/>
            </a:blip>
            <a:stretch>
              <a:fillRect b="0" l="-21311"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Open Sans"/>
              <a:buNone/>
            </a:pPr>
            <a:r>
              <a:rPr b="0" i="0" lang="en-US" sz="1800" u="none" cap="none" strike="noStrike">
                <a:solidFill>
                  <a:srgbClr val="000000"/>
                </a:solidFill>
                <a:latin typeface="Open Sans"/>
                <a:ea typeface="Noto Sans SC"/>
                <a:cs typeface="Open Sans"/>
                <a:sym typeface="Open Sans"/>
              </a:rPr>
              <a:t> </a:t>
            </a:r>
            <a:endParaRPr b="0" i="0" sz="1400" u="none" cap="none" strike="noStrike">
              <a:solidFill>
                <a:srgbClr val="000000"/>
              </a:solidFill>
              <a:latin typeface="Open Sans"/>
              <a:ea typeface="Noto Sans SC"/>
              <a:cs typeface="Open Sans"/>
              <a:sym typeface="Open Sans"/>
            </a:endParaRPr>
          </a:p>
        </p:txBody>
      </p:sp>
      <p:graphicFrame>
        <p:nvGraphicFramePr>
          <p:cNvPr id="139" name="Google Shape;139;p9"/>
          <p:cNvGraphicFramePr/>
          <p:nvPr/>
        </p:nvGraphicFramePr>
        <p:xfrm>
          <a:off x="7516739" y="2948500"/>
          <a:ext cx="3000000" cy="3000000"/>
        </p:xfrm>
        <a:graphic>
          <a:graphicData uri="http://schemas.openxmlformats.org/drawingml/2006/table">
            <a:tbl>
              <a:tblPr bandRow="1" firstRow="1">
                <a:noFill/>
                <a:tableStyleId>{12C8CB8B-E5CB-499C-984B-79234ABCCBC8}</a:tableStyleId>
              </a:tblPr>
              <a:tblGrid>
                <a:gridCol w="583800"/>
                <a:gridCol w="583800"/>
                <a:gridCol w="583800"/>
                <a:gridCol w="583800"/>
              </a:tblGrid>
              <a:tr h="485250">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57150">
                      <a:solidFill>
                        <a:schemeClr val="accent3"/>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57150">
                      <a:solidFill>
                        <a:schemeClr val="accent3"/>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r>
            </a:tbl>
          </a:graphicData>
        </a:graphic>
      </p:graphicFrame>
      <p:sp>
        <p:nvSpPr>
          <p:cNvPr id="140" name="Google Shape;140;p9"/>
          <p:cNvSpPr/>
          <p:nvPr/>
        </p:nvSpPr>
        <p:spPr>
          <a:xfrm>
            <a:off x="7516739" y="1627567"/>
            <a:ext cx="2335236" cy="914400"/>
          </a:xfrm>
          <a:prstGeom prst="rect">
            <a:avLst/>
          </a:prstGeom>
          <a:solidFill>
            <a:srgbClr val="00573C"/>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Open Sans"/>
              <a:buNone/>
            </a:pPr>
            <a:r>
              <a:rPr b="1" i="0" lang="en-US" sz="2000" u="none" cap="none" strike="noStrike">
                <a:solidFill>
                  <a:schemeClr val="lt1"/>
                </a:solidFill>
                <a:latin typeface="Noto Sans SC"/>
                <a:ea typeface="Noto Sans SC"/>
                <a:cs typeface="Open Sans"/>
                <a:sym typeface="Open Sans"/>
              </a:rPr>
              <a:t>卷积后的图像</a:t>
            </a:r>
            <a:endParaRPr b="1" i="0" sz="2000" u="none" cap="none" strike="noStrike">
              <a:solidFill>
                <a:schemeClr val="lt1"/>
              </a:solidFill>
              <a:latin typeface="Open Sans"/>
              <a:ea typeface="Noto Sans SC"/>
              <a:cs typeface="Open Sans"/>
              <a:sym typeface="Open Sans"/>
            </a:endParaRPr>
          </a:p>
        </p:txBody>
      </p:sp>
      <p:sp xmlns:p="http://schemas.openxmlformats.org/presentationml/2006/main" xmlns:a="http://schemas.openxmlformats.org/drawingml/2006/main">
        <p:nvSpPr>
          <p:cNvPr id="141"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44" name="Shape 144"/>
        <p:cNvGrpSpPr/>
        <p:nvPr/>
      </p:nvGrpSpPr>
      <p:grpSpPr>
        <a:xfrm>
          <a:off x="0" y="0"/>
          <a:ext cx="0" cy="0"/>
          <a:chOff x="0" y="0"/>
          <a:chExt cx="0" cy="0"/>
        </a:xfrm>
      </p:grpSpPr>
      <p:sp>
        <p:nvSpPr>
          <p:cNvPr id="145" name="Google Shape;145;p10"/>
          <p:cNvSpPr txBox="1"/>
          <p:nvPr/>
        </p:nvSpPr>
        <p:spPr>
          <a:xfrm>
            <a:off x="516750" y="640238"/>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内核和卷积</a:t>
            </a:r>
            <a:endParaRPr/>
          </a:p>
        </p:txBody>
      </p:sp>
      <p:graphicFrame>
        <p:nvGraphicFramePr>
          <p:cNvPr id="146" name="Google Shape;146;p10"/>
          <p:cNvGraphicFramePr/>
          <p:nvPr/>
        </p:nvGraphicFramePr>
        <p:xfrm>
          <a:off x="3315509" y="2740261"/>
          <a:ext cx="3000000" cy="3000000"/>
        </p:xfrm>
        <a:graphic>
          <a:graphicData uri="http://schemas.openxmlformats.org/drawingml/2006/table">
            <a:tbl>
              <a:tblPr bandRow="1" firstRow="1">
                <a:noFill/>
                <a:tableStyleId>{12C8CB8B-E5CB-499C-984B-79234ABCCBC8}</a:tableStyleId>
              </a:tblPr>
              <a:tblGrid>
                <a:gridCol w="583800"/>
                <a:gridCol w="583800"/>
                <a:gridCol w="583800"/>
                <a:gridCol w="583800"/>
                <a:gridCol w="583800"/>
                <a:gridCol w="583800"/>
              </a:tblGrid>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chemeClr val="accent3"/>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chemeClr val="accent3"/>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chemeClr val="accent3"/>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chemeClr val="accent3"/>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chemeClr val="accent3"/>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chemeClr val="accent3"/>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r>
            </a:tbl>
          </a:graphicData>
        </a:graphic>
      </p:graphicFrame>
      <p:graphicFrame>
        <p:nvGraphicFramePr>
          <p:cNvPr id="147" name="Google Shape;147;p10"/>
          <p:cNvGraphicFramePr/>
          <p:nvPr/>
        </p:nvGraphicFramePr>
        <p:xfrm>
          <a:off x="929552" y="3617052"/>
          <a:ext cx="3000000" cy="3000000"/>
        </p:xfrm>
        <a:graphic>
          <a:graphicData uri="http://schemas.openxmlformats.org/drawingml/2006/table">
            <a:tbl>
              <a:tblPr bandRow="1" firstRow="1">
                <a:noFill/>
                <a:tableStyleId>{12C8CB8B-E5CB-499C-984B-79234ABCCBC8}</a:tableStyleId>
              </a:tblPr>
              <a:tblGrid>
                <a:gridCol w="562525"/>
                <a:gridCol w="562525"/>
                <a:gridCol w="562525"/>
              </a:tblGrid>
              <a:tr h="228600">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.06</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.13</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.06</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3960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.13</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.25</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.13</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3960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.06</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.13</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.06</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r>
            </a:tbl>
          </a:graphicData>
        </a:graphic>
      </p:graphicFrame>
      <p:sp>
        <p:nvSpPr>
          <p:cNvPr id="148" name="Google Shape;148;p10"/>
          <p:cNvSpPr/>
          <p:nvPr/>
        </p:nvSpPr>
        <p:spPr>
          <a:xfrm>
            <a:off x="3315509" y="1627567"/>
            <a:ext cx="3502854" cy="914400"/>
          </a:xfrm>
          <a:prstGeom prst="rect">
            <a:avLst/>
          </a:prstGeom>
          <a:solidFill>
            <a:srgbClr val="3372EC"/>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Open Sans"/>
              <a:buNone/>
            </a:pPr>
            <a:r>
              <a:rPr b="1" i="0" lang="en-US" sz="2000" u="none" cap="none" strike="noStrike">
                <a:solidFill>
                  <a:schemeClr val="lt1"/>
                </a:solidFill>
                <a:latin typeface="Noto Sans SC"/>
                <a:ea typeface="Noto Sans SC"/>
                <a:cs typeface="Open Sans"/>
                <a:sym typeface="Open Sans"/>
              </a:rPr>
              <a:t>原始图像</a:t>
            </a:r>
            <a:endParaRPr b="1" i="0" sz="2000" u="none" cap="none" strike="noStrike">
              <a:solidFill>
                <a:schemeClr val="lt1"/>
              </a:solidFill>
              <a:latin typeface="Open Sans"/>
              <a:ea typeface="Noto Sans SC"/>
              <a:cs typeface="Open Sans"/>
              <a:sym typeface="Open Sans"/>
            </a:endParaRPr>
          </a:p>
        </p:txBody>
      </p:sp>
      <p:sp>
        <p:nvSpPr>
          <p:cNvPr id="149" name="Google Shape;149;p10"/>
          <p:cNvSpPr/>
          <p:nvPr/>
        </p:nvSpPr>
        <p:spPr>
          <a:xfrm>
            <a:off x="929552" y="1627567"/>
            <a:ext cx="1687581" cy="914400"/>
          </a:xfrm>
          <a:prstGeom prst="rect">
            <a:avLst/>
          </a:prstGeom>
          <a:solidFill>
            <a:schemeClr val="lt2"/>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1" i="0" lang="en-US" sz="1800" u="none" cap="none" strike="noStrike">
                <a:solidFill>
                  <a:schemeClr val="lt1"/>
                </a:solidFill>
                <a:latin typeface="Noto Sans SC"/>
                <a:ea typeface="Noto Sans SC"/>
                <a:cs typeface="Open Sans"/>
                <a:sym typeface="Open Sans"/>
              </a:rPr>
              <a:t>增加亮度的</a:t>
            </a:r>
            <a:endParaRPr/>
          </a:p>
          <a:p>
            <a:pPr indent="0" lvl="0" marL="0" marR="0" rtl="0" algn="ctr">
              <a:lnSpc>
                <a:spcPct val="100000"/>
              </a:lnSpc>
              <a:spcBef>
                <a:spcPts val="0"/>
              </a:spcBef>
              <a:spcAft>
                <a:spcPts val="0"/>
              </a:spcAft>
              <a:buClr>
                <a:srgbClr val="000000"/>
              </a:buClr>
              <a:buSzPts val="1800"/>
              <a:buFont typeface="Open Sans"/>
              <a:buNone/>
            </a:pPr>
            <a:r>
              <a:rPr b="1" i="0" lang="en-US" sz="1800" u="none" cap="none" strike="noStrike">
                <a:solidFill>
                  <a:schemeClr val="lt1"/>
                </a:solidFill>
                <a:latin typeface="Noto Sans SC"/>
                <a:ea typeface="Noto Sans SC"/>
                <a:cs typeface="Open Sans"/>
                <a:sym typeface="Open Sans"/>
              </a:rPr>
              <a:t>内核</a:t>
            </a:r>
            <a:endParaRPr b="0" i="0" sz="1400" u="none" cap="none" strike="noStrike">
              <a:solidFill>
                <a:srgbClr val="000000"/>
              </a:solidFill>
              <a:latin typeface="Open Sans"/>
              <a:ea typeface="Noto Sans SC"/>
              <a:cs typeface="Open Sans"/>
              <a:sym typeface="Open Sans"/>
            </a:endParaRPr>
          </a:p>
        </p:txBody>
      </p:sp>
      <p:sp>
        <p:nvSpPr>
          <p:cNvPr id="150" name="Google Shape;150;p10"/>
          <p:cNvSpPr txBox="1"/>
          <p:nvPr/>
        </p:nvSpPr>
        <p:spPr>
          <a:xfrm>
            <a:off x="2796096" y="3918976"/>
            <a:ext cx="402354" cy="553998"/>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Open Sans"/>
              <a:buNone/>
            </a:pPr>
            <a:r>
              <a:rPr b="0" i="0" lang="en-US" sz="1800" u="none" cap="none" strike="noStrike">
                <a:solidFill>
                  <a:srgbClr val="000000"/>
                </a:solidFill>
                <a:latin typeface="Open Sans"/>
                <a:ea typeface="Noto Sans SC"/>
                <a:cs typeface="Open Sans"/>
                <a:sym typeface="Open Sans"/>
              </a:rPr>
              <a:t> </a:t>
            </a:r>
            <a:endParaRPr b="0" i="0" sz="1400" u="none" cap="none" strike="noStrike">
              <a:solidFill>
                <a:srgbClr val="000000"/>
              </a:solidFill>
              <a:latin typeface="Open Sans"/>
              <a:ea typeface="Noto Sans SC"/>
              <a:cs typeface="Open Sans"/>
              <a:sym typeface="Open Sans"/>
            </a:endParaRPr>
          </a:p>
        </p:txBody>
      </p:sp>
      <p:sp>
        <p:nvSpPr>
          <p:cNvPr id="151" name="Google Shape;151;p10"/>
          <p:cNvSpPr txBox="1"/>
          <p:nvPr/>
        </p:nvSpPr>
        <p:spPr>
          <a:xfrm>
            <a:off x="7025911" y="4002076"/>
            <a:ext cx="375103" cy="387798"/>
          </a:xfrm>
          <a:prstGeom prst="rect">
            <a:avLst/>
          </a:prstGeom>
          <a:blipFill rotWithShape="1">
            <a:blip r:embed="rId4">
              <a:alphaModFix/>
            </a:blip>
            <a:stretch>
              <a:fillRect b="0" l="-21311"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Open Sans"/>
              <a:buNone/>
            </a:pPr>
            <a:r>
              <a:rPr b="0" i="0" lang="en-US" sz="1800" u="none" cap="none" strike="noStrike">
                <a:solidFill>
                  <a:srgbClr val="000000"/>
                </a:solidFill>
                <a:latin typeface="Open Sans"/>
                <a:ea typeface="Noto Sans SC"/>
                <a:cs typeface="Open Sans"/>
                <a:sym typeface="Open Sans"/>
              </a:rPr>
              <a:t> </a:t>
            </a:r>
            <a:endParaRPr b="0" i="0" sz="1400" u="none" cap="none" strike="noStrike">
              <a:solidFill>
                <a:srgbClr val="000000"/>
              </a:solidFill>
              <a:latin typeface="Open Sans"/>
              <a:ea typeface="Noto Sans SC"/>
              <a:cs typeface="Open Sans"/>
              <a:sym typeface="Open Sans"/>
            </a:endParaRPr>
          </a:p>
        </p:txBody>
      </p:sp>
      <p:graphicFrame>
        <p:nvGraphicFramePr>
          <p:cNvPr id="152" name="Google Shape;152;p10"/>
          <p:cNvGraphicFramePr/>
          <p:nvPr/>
        </p:nvGraphicFramePr>
        <p:xfrm>
          <a:off x="7516739" y="2948500"/>
          <a:ext cx="3000000" cy="3000000"/>
        </p:xfrm>
        <a:graphic>
          <a:graphicData uri="http://schemas.openxmlformats.org/drawingml/2006/table">
            <a:tbl>
              <a:tblPr bandRow="1" firstRow="1">
                <a:noFill/>
                <a:tableStyleId>{12C8CB8B-E5CB-499C-984B-79234ABCCBC8}</a:tableStyleId>
              </a:tblPr>
              <a:tblGrid>
                <a:gridCol w="583800"/>
                <a:gridCol w="583800"/>
                <a:gridCol w="583800"/>
                <a:gridCol w="583800"/>
              </a:tblGrid>
              <a:tr h="485250">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57150">
                      <a:solidFill>
                        <a:schemeClr val="accent3"/>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57150">
                      <a:solidFill>
                        <a:schemeClr val="accent3"/>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r>
            </a:tbl>
          </a:graphicData>
        </a:graphic>
      </p:graphicFrame>
      <p:sp>
        <p:nvSpPr>
          <p:cNvPr id="153" name="Google Shape;153;p10"/>
          <p:cNvSpPr/>
          <p:nvPr/>
        </p:nvSpPr>
        <p:spPr>
          <a:xfrm>
            <a:off x="7516739" y="1627567"/>
            <a:ext cx="2335236" cy="914400"/>
          </a:xfrm>
          <a:prstGeom prst="rect">
            <a:avLst/>
          </a:prstGeom>
          <a:solidFill>
            <a:srgbClr val="00573C"/>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Open Sans"/>
              <a:buNone/>
            </a:pPr>
            <a:r>
              <a:rPr b="1" i="0" lang="en-US" sz="2000" u="none" cap="none" strike="noStrike">
                <a:solidFill>
                  <a:schemeClr val="lt1"/>
                </a:solidFill>
                <a:latin typeface="Noto Sans SC"/>
                <a:ea typeface="Noto Sans SC"/>
                <a:cs typeface="Open Sans"/>
                <a:sym typeface="Open Sans"/>
              </a:rPr>
              <a:t>卷积后的图像</a:t>
            </a:r>
            <a:endParaRPr b="1" i="0" sz="2000" u="none" cap="none" strike="noStrike">
              <a:solidFill>
                <a:schemeClr val="lt1"/>
              </a:solidFill>
              <a:latin typeface="Open Sans"/>
              <a:ea typeface="Noto Sans SC"/>
              <a:cs typeface="Open Sans"/>
              <a:sym typeface="Open Sans"/>
            </a:endParaRPr>
          </a:p>
        </p:txBody>
      </p:sp>
      <p:graphicFrame>
        <p:nvGraphicFramePr>
          <p:cNvPr id="154" name="Google Shape;154;p10"/>
          <p:cNvGraphicFramePr/>
          <p:nvPr/>
        </p:nvGraphicFramePr>
        <p:xfrm>
          <a:off x="3349011" y="2769838"/>
          <a:ext cx="3000000" cy="3000000"/>
        </p:xfrm>
        <a:graphic>
          <a:graphicData uri="http://schemas.openxmlformats.org/drawingml/2006/table">
            <a:tbl>
              <a:tblPr bandRow="1" firstRow="1">
                <a:noFill/>
                <a:tableStyleId>{12C8CB8B-E5CB-499C-984B-79234ABCCBC8}</a:tableStyleId>
              </a:tblPr>
              <a:tblGrid>
                <a:gridCol w="562525"/>
                <a:gridCol w="562525"/>
                <a:gridCol w="562525"/>
              </a:tblGrid>
              <a:tr h="442750">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.06</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lt1"/>
                          </a:solidFill>
                          <a:latin typeface="Open Sans"/>
                          <a:ea typeface="Noto Sans SC"/>
                          <a:cs typeface="Open Sans"/>
                          <a:sym typeface="Open Sans"/>
                        </a:rPr>
                        <a:t>0</a:t>
                      </a:r>
                      <a:endParaRPr b="0"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.06</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47940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.25</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7940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.13</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.06</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r>
            </a:tbl>
          </a:graphicData>
        </a:graphic>
      </p:graphicFrame>
      <p:cxnSp>
        <p:nvCxnSpPr>
          <p:cNvPr id="155" name="Google Shape;155;p10"/>
          <p:cNvCxnSpPr/>
          <p:nvPr/>
        </p:nvCxnSpPr>
        <p:spPr>
          <a:xfrm flipH="1" rot="10800000">
            <a:off x="1254034" y="3086100"/>
            <a:ext cx="2177143" cy="530952"/>
          </a:xfrm>
          <a:prstGeom prst="straightConnector1">
            <a:avLst/>
          </a:prstGeom>
          <a:noFill/>
          <a:ln cap="flat" cmpd="sng" w="57150">
            <a:solidFill>
              <a:schemeClr val="accent3"/>
            </a:solidFill>
            <a:prstDash val="solid"/>
            <a:round/>
            <a:headEnd len="sm" w="sm" type="none"/>
            <a:tailEnd len="med" w="med" type="triangle"/>
          </a:ln>
        </p:spPr>
      </p:cxnSp>
      <p:cxnSp>
        <p:nvCxnSpPr>
          <p:cNvPr id="156" name="Google Shape;156;p10"/>
          <p:cNvCxnSpPr/>
          <p:nvPr/>
        </p:nvCxnSpPr>
        <p:spPr>
          <a:xfrm flipH="1" rot="10800000">
            <a:off x="1874522" y="3086100"/>
            <a:ext cx="2177143" cy="530952"/>
          </a:xfrm>
          <a:prstGeom prst="straightConnector1">
            <a:avLst/>
          </a:prstGeom>
          <a:noFill/>
          <a:ln cap="flat" cmpd="sng" w="57150">
            <a:solidFill>
              <a:schemeClr val="accent3"/>
            </a:solidFill>
            <a:prstDash val="solid"/>
            <a:round/>
            <a:headEnd len="sm" w="sm" type="none"/>
            <a:tailEnd len="med" w="med" type="triangle"/>
          </a:ln>
        </p:spPr>
      </p:cxnSp>
      <p:cxnSp>
        <p:nvCxnSpPr>
          <p:cNvPr id="157" name="Google Shape;157;p10"/>
          <p:cNvCxnSpPr/>
          <p:nvPr/>
        </p:nvCxnSpPr>
        <p:spPr>
          <a:xfrm flipH="1" rot="10800000">
            <a:off x="2495010" y="3086100"/>
            <a:ext cx="2177143" cy="530952"/>
          </a:xfrm>
          <a:prstGeom prst="straightConnector1">
            <a:avLst/>
          </a:prstGeom>
          <a:noFill/>
          <a:ln cap="flat" cmpd="sng" w="57150">
            <a:solidFill>
              <a:schemeClr val="accent3"/>
            </a:solidFill>
            <a:prstDash val="solid"/>
            <a:round/>
            <a:headEnd len="sm" w="sm" type="none"/>
            <a:tailEnd len="med" w="med" type="triangle"/>
          </a:ln>
        </p:spPr>
      </p:cxnSp>
      <p:cxnSp>
        <p:nvCxnSpPr>
          <p:cNvPr id="158" name="Google Shape;158;p10"/>
          <p:cNvCxnSpPr/>
          <p:nvPr/>
        </p:nvCxnSpPr>
        <p:spPr>
          <a:xfrm flipH="1" rot="10800000">
            <a:off x="1275809" y="3412675"/>
            <a:ext cx="2177143" cy="530952"/>
          </a:xfrm>
          <a:prstGeom prst="straightConnector1">
            <a:avLst/>
          </a:prstGeom>
          <a:noFill/>
          <a:ln cap="flat" cmpd="sng" w="57150">
            <a:solidFill>
              <a:schemeClr val="accent3"/>
            </a:solidFill>
            <a:prstDash val="solid"/>
            <a:round/>
            <a:headEnd len="sm" w="sm" type="none"/>
            <a:tailEnd len="med" w="med" type="triangle"/>
          </a:ln>
        </p:spPr>
      </p:cxnSp>
      <p:cxnSp>
        <p:nvCxnSpPr>
          <p:cNvPr id="159" name="Google Shape;159;p10"/>
          <p:cNvCxnSpPr/>
          <p:nvPr/>
        </p:nvCxnSpPr>
        <p:spPr>
          <a:xfrm flipH="1" rot="10800000">
            <a:off x="1896297" y="3412675"/>
            <a:ext cx="2177143" cy="530952"/>
          </a:xfrm>
          <a:prstGeom prst="straightConnector1">
            <a:avLst/>
          </a:prstGeom>
          <a:noFill/>
          <a:ln cap="flat" cmpd="sng" w="57150">
            <a:solidFill>
              <a:schemeClr val="accent3"/>
            </a:solidFill>
            <a:prstDash val="solid"/>
            <a:round/>
            <a:headEnd len="sm" w="sm" type="none"/>
            <a:tailEnd len="med" w="med" type="triangle"/>
          </a:ln>
        </p:spPr>
      </p:cxnSp>
      <p:cxnSp>
        <p:nvCxnSpPr>
          <p:cNvPr id="160" name="Google Shape;160;p10"/>
          <p:cNvCxnSpPr/>
          <p:nvPr/>
        </p:nvCxnSpPr>
        <p:spPr>
          <a:xfrm flipH="1" rot="10800000">
            <a:off x="2516785" y="3412675"/>
            <a:ext cx="2177143" cy="530952"/>
          </a:xfrm>
          <a:prstGeom prst="straightConnector1">
            <a:avLst/>
          </a:prstGeom>
          <a:noFill/>
          <a:ln cap="flat" cmpd="sng" w="57150">
            <a:solidFill>
              <a:schemeClr val="accent3"/>
            </a:solidFill>
            <a:prstDash val="solid"/>
            <a:round/>
            <a:headEnd len="sm" w="sm" type="none"/>
            <a:tailEnd len="med" w="med" type="triangle"/>
          </a:ln>
        </p:spPr>
      </p:cxnSp>
      <p:cxnSp>
        <p:nvCxnSpPr>
          <p:cNvPr id="161" name="Google Shape;161;p10"/>
          <p:cNvCxnSpPr/>
          <p:nvPr/>
        </p:nvCxnSpPr>
        <p:spPr>
          <a:xfrm flipH="1" rot="10800000">
            <a:off x="1336762" y="3874230"/>
            <a:ext cx="2177143" cy="530952"/>
          </a:xfrm>
          <a:prstGeom prst="straightConnector1">
            <a:avLst/>
          </a:prstGeom>
          <a:noFill/>
          <a:ln cap="flat" cmpd="sng" w="57150">
            <a:solidFill>
              <a:schemeClr val="accent3"/>
            </a:solidFill>
            <a:prstDash val="solid"/>
            <a:round/>
            <a:headEnd len="sm" w="sm" type="none"/>
            <a:tailEnd len="med" w="med" type="triangle"/>
          </a:ln>
        </p:spPr>
      </p:cxnSp>
      <p:cxnSp>
        <p:nvCxnSpPr>
          <p:cNvPr id="162" name="Google Shape;162;p10"/>
          <p:cNvCxnSpPr/>
          <p:nvPr/>
        </p:nvCxnSpPr>
        <p:spPr>
          <a:xfrm flipH="1" rot="10800000">
            <a:off x="1957250" y="3874230"/>
            <a:ext cx="2177143" cy="530952"/>
          </a:xfrm>
          <a:prstGeom prst="straightConnector1">
            <a:avLst/>
          </a:prstGeom>
          <a:noFill/>
          <a:ln cap="flat" cmpd="sng" w="57150">
            <a:solidFill>
              <a:schemeClr val="accent3"/>
            </a:solidFill>
            <a:prstDash val="solid"/>
            <a:round/>
            <a:headEnd len="sm" w="sm" type="none"/>
            <a:tailEnd len="med" w="med" type="triangle"/>
          </a:ln>
        </p:spPr>
      </p:cxnSp>
      <p:cxnSp>
        <p:nvCxnSpPr>
          <p:cNvPr id="163" name="Google Shape;163;p10"/>
          <p:cNvCxnSpPr/>
          <p:nvPr/>
        </p:nvCxnSpPr>
        <p:spPr>
          <a:xfrm flipH="1" rot="10800000">
            <a:off x="2577738" y="3874230"/>
            <a:ext cx="2177143" cy="530952"/>
          </a:xfrm>
          <a:prstGeom prst="straightConnector1">
            <a:avLst/>
          </a:prstGeom>
          <a:noFill/>
          <a:ln cap="flat" cmpd="sng" w="57150">
            <a:solidFill>
              <a:schemeClr val="accent3"/>
            </a:solidFill>
            <a:prstDash val="solid"/>
            <a:round/>
            <a:headEnd len="sm" w="sm" type="none"/>
            <a:tailEnd len="med" w="med" type="triangle"/>
          </a:ln>
        </p:spPr>
      </p:cxnSp>
      <p:sp>
        <p:nvSpPr>
          <p:cNvPr id="164" name="Google Shape;164;p10"/>
          <p:cNvSpPr txBox="1"/>
          <p:nvPr/>
        </p:nvSpPr>
        <p:spPr>
          <a:xfrm rot="-846558">
            <a:off x="1513666" y="2882893"/>
            <a:ext cx="1233810" cy="341632"/>
          </a:xfrm>
          <a:prstGeom prst="rect">
            <a:avLst/>
          </a:prstGeom>
          <a:solidFill>
            <a:schemeClr val="accent3"/>
          </a:solidFill>
          <a:ln cap="flat" cmpd="sng" w="28575">
            <a:solidFill>
              <a:schemeClr val="dk2"/>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0" i="0" lang="en-US" sz="1800" u="none" cap="none" strike="noStrike">
                <a:solidFill>
                  <a:schemeClr val="lt1"/>
                </a:solidFill>
                <a:latin typeface="Noto Sans SC"/>
                <a:ea typeface="Noto Sans SC"/>
                <a:cs typeface="Open Sans"/>
                <a:sym typeface="Open Sans"/>
              </a:rPr>
              <a:t>相乘</a:t>
            </a:r>
            <a:endParaRPr b="0" i="0" sz="1800" u="none" cap="none" strike="noStrike">
              <a:solidFill>
                <a:schemeClr val="lt1"/>
              </a:solidFill>
              <a:latin typeface="Open Sans"/>
              <a:ea typeface="Noto Sans SC"/>
              <a:cs typeface="Open Sans"/>
              <a:sym typeface="Open Sans"/>
            </a:endParaRPr>
          </a:p>
        </p:txBody>
      </p:sp>
      <p:sp xmlns:p="http://schemas.openxmlformats.org/presentationml/2006/main" xmlns:a="http://schemas.openxmlformats.org/drawingml/2006/main">
        <p:nvSpPr>
          <p:cNvPr id="165"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68" name="Shape 168"/>
        <p:cNvGrpSpPr/>
        <p:nvPr/>
      </p:nvGrpSpPr>
      <p:grpSpPr>
        <a:xfrm>
          <a:off x="0" y="0"/>
          <a:ext cx="0" cy="0"/>
          <a:chOff x="0" y="0"/>
          <a:chExt cx="0" cy="0"/>
        </a:xfrm>
      </p:grpSpPr>
      <p:sp>
        <p:nvSpPr>
          <p:cNvPr id="169" name="Google Shape;169;p11"/>
          <p:cNvSpPr txBox="1"/>
          <p:nvPr/>
        </p:nvSpPr>
        <p:spPr>
          <a:xfrm>
            <a:off x="516750" y="640238"/>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内核和卷积</a:t>
            </a:r>
            <a:endParaRPr b="1" i="0" sz="3600" u="none" cap="none" strike="noStrike">
              <a:solidFill>
                <a:schemeClr val="dk2"/>
              </a:solidFill>
              <a:latin typeface="Open Sans"/>
              <a:ea typeface="Noto Sans SC"/>
              <a:cs typeface="Open Sans"/>
              <a:sym typeface="Open Sans"/>
            </a:endParaRPr>
          </a:p>
        </p:txBody>
      </p:sp>
      <p:graphicFrame>
        <p:nvGraphicFramePr>
          <p:cNvPr id="170" name="Google Shape;170;p11"/>
          <p:cNvGraphicFramePr/>
          <p:nvPr/>
        </p:nvGraphicFramePr>
        <p:xfrm>
          <a:off x="3315509" y="2740261"/>
          <a:ext cx="3000000" cy="3000000"/>
        </p:xfrm>
        <a:graphic>
          <a:graphicData uri="http://schemas.openxmlformats.org/drawingml/2006/table">
            <a:tbl>
              <a:tblPr bandRow="1" firstRow="1">
                <a:noFill/>
                <a:tableStyleId>{12C8CB8B-E5CB-499C-984B-79234ABCCBC8}</a:tableStyleId>
              </a:tblPr>
              <a:tblGrid>
                <a:gridCol w="583800"/>
                <a:gridCol w="583800"/>
                <a:gridCol w="583800"/>
                <a:gridCol w="583800"/>
                <a:gridCol w="583800"/>
                <a:gridCol w="583800"/>
              </a:tblGrid>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chemeClr val="accent3"/>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chemeClr val="accent3"/>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chemeClr val="accent3"/>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chemeClr val="accent3"/>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chemeClr val="accent3"/>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chemeClr val="accent3"/>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r>
            </a:tbl>
          </a:graphicData>
        </a:graphic>
      </p:graphicFrame>
      <p:graphicFrame>
        <p:nvGraphicFramePr>
          <p:cNvPr id="171" name="Google Shape;171;p11"/>
          <p:cNvGraphicFramePr/>
          <p:nvPr/>
        </p:nvGraphicFramePr>
        <p:xfrm>
          <a:off x="929552" y="3617052"/>
          <a:ext cx="3000000" cy="3000000"/>
        </p:xfrm>
        <a:graphic>
          <a:graphicData uri="http://schemas.openxmlformats.org/drawingml/2006/table">
            <a:tbl>
              <a:tblPr bandRow="1" firstRow="1">
                <a:noFill/>
                <a:tableStyleId>{12C8CB8B-E5CB-499C-984B-79234ABCCBC8}</a:tableStyleId>
              </a:tblPr>
              <a:tblGrid>
                <a:gridCol w="562525"/>
                <a:gridCol w="562525"/>
                <a:gridCol w="562525"/>
              </a:tblGrid>
              <a:tr h="228600">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.06</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.13</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.06</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3960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.13</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.25</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.13</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3960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.06</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.13</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.06</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r>
            </a:tbl>
          </a:graphicData>
        </a:graphic>
      </p:graphicFrame>
      <p:sp>
        <p:nvSpPr>
          <p:cNvPr id="172" name="Google Shape;172;p11"/>
          <p:cNvSpPr/>
          <p:nvPr/>
        </p:nvSpPr>
        <p:spPr>
          <a:xfrm>
            <a:off x="3315509" y="1627567"/>
            <a:ext cx="3502854" cy="914400"/>
          </a:xfrm>
          <a:prstGeom prst="rect">
            <a:avLst/>
          </a:prstGeom>
          <a:solidFill>
            <a:srgbClr val="3372EC"/>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Open Sans"/>
              <a:buNone/>
            </a:pPr>
            <a:r>
              <a:rPr b="1" i="0" lang="en-US" sz="2000" u="none" cap="none" strike="noStrike">
                <a:solidFill>
                  <a:schemeClr val="lt1"/>
                </a:solidFill>
                <a:latin typeface="Noto Sans SC"/>
                <a:ea typeface="Noto Sans SC"/>
                <a:cs typeface="Open Sans"/>
                <a:sym typeface="Open Sans"/>
              </a:rPr>
              <a:t>原始图像</a:t>
            </a:r>
            <a:endParaRPr b="1" i="0" sz="2000" u="none" cap="none" strike="noStrike">
              <a:solidFill>
                <a:schemeClr val="lt1"/>
              </a:solidFill>
              <a:latin typeface="Open Sans"/>
              <a:ea typeface="Noto Sans SC"/>
              <a:cs typeface="Open Sans"/>
              <a:sym typeface="Open Sans"/>
            </a:endParaRPr>
          </a:p>
        </p:txBody>
      </p:sp>
      <p:sp>
        <p:nvSpPr>
          <p:cNvPr id="173" name="Google Shape;173;p11"/>
          <p:cNvSpPr/>
          <p:nvPr/>
        </p:nvSpPr>
        <p:spPr>
          <a:xfrm>
            <a:off x="929552" y="1627567"/>
            <a:ext cx="1687581" cy="914400"/>
          </a:xfrm>
          <a:prstGeom prst="rect">
            <a:avLst/>
          </a:prstGeom>
          <a:solidFill>
            <a:schemeClr val="lt2"/>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1" i="0" lang="en-US" sz="1800" u="none" cap="none" strike="noStrike">
                <a:solidFill>
                  <a:schemeClr val="lt1"/>
                </a:solidFill>
                <a:latin typeface="Noto Sans SC"/>
                <a:ea typeface="Noto Sans SC"/>
                <a:cs typeface="Open Sans"/>
                <a:sym typeface="Open Sans"/>
              </a:rPr>
              <a:t>增加亮度的</a:t>
            </a:r>
            <a:endParaRPr/>
          </a:p>
          <a:p>
            <a:pPr indent="0" lvl="0" marL="0" marR="0" rtl="0" algn="ctr">
              <a:lnSpc>
                <a:spcPct val="100000"/>
              </a:lnSpc>
              <a:spcBef>
                <a:spcPts val="0"/>
              </a:spcBef>
              <a:spcAft>
                <a:spcPts val="0"/>
              </a:spcAft>
              <a:buClr>
                <a:srgbClr val="000000"/>
              </a:buClr>
              <a:buSzPts val="1800"/>
              <a:buFont typeface="Open Sans"/>
              <a:buNone/>
            </a:pPr>
            <a:r>
              <a:rPr b="1" i="0" lang="en-US" sz="1800" u="none" cap="none" strike="noStrike">
                <a:solidFill>
                  <a:schemeClr val="lt1"/>
                </a:solidFill>
                <a:latin typeface="Noto Sans SC"/>
                <a:ea typeface="Noto Sans SC"/>
                <a:cs typeface="Open Sans"/>
                <a:sym typeface="Open Sans"/>
              </a:rPr>
              <a:t>内核</a:t>
            </a:r>
            <a:endParaRPr b="0" i="0" sz="1400" u="none" cap="none" strike="noStrike">
              <a:solidFill>
                <a:srgbClr val="000000"/>
              </a:solidFill>
              <a:latin typeface="Open Sans"/>
              <a:ea typeface="Noto Sans SC"/>
              <a:cs typeface="Open Sans"/>
              <a:sym typeface="Open Sans"/>
            </a:endParaRPr>
          </a:p>
        </p:txBody>
      </p:sp>
      <p:sp>
        <p:nvSpPr>
          <p:cNvPr id="174" name="Google Shape;174;p11"/>
          <p:cNvSpPr txBox="1"/>
          <p:nvPr/>
        </p:nvSpPr>
        <p:spPr>
          <a:xfrm>
            <a:off x="2796096" y="3918976"/>
            <a:ext cx="402354" cy="553998"/>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Open Sans"/>
              <a:buNone/>
            </a:pPr>
            <a:r>
              <a:rPr b="0" i="0" lang="en-US" sz="1800" u="none" cap="none" strike="noStrike">
                <a:solidFill>
                  <a:srgbClr val="000000"/>
                </a:solidFill>
                <a:latin typeface="Open Sans"/>
                <a:ea typeface="Noto Sans SC"/>
                <a:cs typeface="Open Sans"/>
                <a:sym typeface="Open Sans"/>
              </a:rPr>
              <a:t> </a:t>
            </a:r>
            <a:endParaRPr b="0" i="0" sz="1400" u="none" cap="none" strike="noStrike">
              <a:solidFill>
                <a:srgbClr val="000000"/>
              </a:solidFill>
              <a:latin typeface="Open Sans"/>
              <a:ea typeface="Noto Sans SC"/>
              <a:cs typeface="Open Sans"/>
              <a:sym typeface="Open Sans"/>
            </a:endParaRPr>
          </a:p>
        </p:txBody>
      </p:sp>
      <p:sp>
        <p:nvSpPr>
          <p:cNvPr id="175" name="Google Shape;175;p11"/>
          <p:cNvSpPr txBox="1"/>
          <p:nvPr/>
        </p:nvSpPr>
        <p:spPr>
          <a:xfrm>
            <a:off x="7025911" y="4002076"/>
            <a:ext cx="375103" cy="387798"/>
          </a:xfrm>
          <a:prstGeom prst="rect">
            <a:avLst/>
          </a:prstGeom>
          <a:blipFill rotWithShape="1">
            <a:blip r:embed="rId4">
              <a:alphaModFix/>
            </a:blip>
            <a:stretch>
              <a:fillRect b="0" l="-21311"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Open Sans"/>
              <a:buNone/>
            </a:pPr>
            <a:r>
              <a:rPr b="0" i="0" lang="en-US" sz="1800" u="none" cap="none" strike="noStrike">
                <a:solidFill>
                  <a:srgbClr val="000000"/>
                </a:solidFill>
                <a:latin typeface="Open Sans"/>
                <a:ea typeface="Noto Sans SC"/>
                <a:cs typeface="Open Sans"/>
                <a:sym typeface="Open Sans"/>
              </a:rPr>
              <a:t> </a:t>
            </a:r>
            <a:endParaRPr b="0" i="0" sz="1400" u="none" cap="none" strike="noStrike">
              <a:solidFill>
                <a:srgbClr val="000000"/>
              </a:solidFill>
              <a:latin typeface="Open Sans"/>
              <a:ea typeface="Noto Sans SC"/>
              <a:cs typeface="Open Sans"/>
              <a:sym typeface="Open Sans"/>
            </a:endParaRPr>
          </a:p>
        </p:txBody>
      </p:sp>
      <p:graphicFrame>
        <p:nvGraphicFramePr>
          <p:cNvPr id="176" name="Google Shape;176;p11"/>
          <p:cNvGraphicFramePr/>
          <p:nvPr/>
        </p:nvGraphicFramePr>
        <p:xfrm>
          <a:off x="7516739" y="2948500"/>
          <a:ext cx="3000000" cy="3000000"/>
        </p:xfrm>
        <a:graphic>
          <a:graphicData uri="http://schemas.openxmlformats.org/drawingml/2006/table">
            <a:tbl>
              <a:tblPr bandRow="1" firstRow="1">
                <a:noFill/>
                <a:tableStyleId>{12C8CB8B-E5CB-499C-984B-79234ABCCBC8}</a:tableStyleId>
              </a:tblPr>
              <a:tblGrid>
                <a:gridCol w="583800"/>
                <a:gridCol w="583800"/>
                <a:gridCol w="583800"/>
                <a:gridCol w="583800"/>
              </a:tblGrid>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.56</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57150">
                      <a:solidFill>
                        <a:schemeClr val="accent3"/>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57150">
                      <a:solidFill>
                        <a:schemeClr val="accent3"/>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r>
            </a:tbl>
          </a:graphicData>
        </a:graphic>
      </p:graphicFrame>
      <p:sp>
        <p:nvSpPr>
          <p:cNvPr id="177" name="Google Shape;177;p11"/>
          <p:cNvSpPr/>
          <p:nvPr/>
        </p:nvSpPr>
        <p:spPr>
          <a:xfrm>
            <a:off x="7516739" y="1627567"/>
            <a:ext cx="2335236" cy="914400"/>
          </a:xfrm>
          <a:prstGeom prst="rect">
            <a:avLst/>
          </a:prstGeom>
          <a:solidFill>
            <a:srgbClr val="00573C"/>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Open Sans"/>
              <a:buNone/>
            </a:pPr>
            <a:r>
              <a:rPr b="1" i="0" lang="en-US" sz="2000" u="none" cap="none" strike="noStrike">
                <a:solidFill>
                  <a:schemeClr val="lt1"/>
                </a:solidFill>
                <a:latin typeface="Noto Sans SC"/>
                <a:ea typeface="Noto Sans SC"/>
                <a:cs typeface="Open Sans"/>
                <a:sym typeface="Open Sans"/>
              </a:rPr>
              <a:t>卷积后的图像</a:t>
            </a:r>
            <a:endParaRPr b="1" i="0" sz="2000" u="none" cap="none" strike="noStrike">
              <a:solidFill>
                <a:schemeClr val="lt1"/>
              </a:solidFill>
              <a:latin typeface="Open Sans"/>
              <a:ea typeface="Noto Sans SC"/>
              <a:cs typeface="Open Sans"/>
              <a:sym typeface="Open Sans"/>
            </a:endParaRPr>
          </a:p>
        </p:txBody>
      </p:sp>
      <p:graphicFrame>
        <p:nvGraphicFramePr>
          <p:cNvPr id="178" name="Google Shape;178;p11"/>
          <p:cNvGraphicFramePr/>
          <p:nvPr/>
        </p:nvGraphicFramePr>
        <p:xfrm>
          <a:off x="3349011" y="2769838"/>
          <a:ext cx="3000000" cy="3000000"/>
        </p:xfrm>
        <a:graphic>
          <a:graphicData uri="http://schemas.openxmlformats.org/drawingml/2006/table">
            <a:tbl>
              <a:tblPr bandRow="1" firstRow="1">
                <a:noFill/>
                <a:tableStyleId>{12C8CB8B-E5CB-499C-984B-79234ABCCBC8}</a:tableStyleId>
              </a:tblPr>
              <a:tblGrid>
                <a:gridCol w="562525"/>
                <a:gridCol w="562525"/>
                <a:gridCol w="562525"/>
              </a:tblGrid>
              <a:tr h="442750">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.06</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lt1"/>
                          </a:solidFill>
                          <a:latin typeface="Open Sans"/>
                          <a:ea typeface="Noto Sans SC"/>
                          <a:cs typeface="Open Sans"/>
                          <a:sym typeface="Open Sans"/>
                        </a:rPr>
                        <a:t>0</a:t>
                      </a:r>
                      <a:endParaRPr b="0"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.06</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47940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.25</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7940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.13</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.06</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r>
            </a:tbl>
          </a:graphicData>
        </a:graphic>
      </p:graphicFrame>
      <p:cxnSp>
        <p:nvCxnSpPr>
          <p:cNvPr id="179" name="Google Shape;179;p11"/>
          <p:cNvCxnSpPr/>
          <p:nvPr/>
        </p:nvCxnSpPr>
        <p:spPr>
          <a:xfrm>
            <a:off x="5066936" y="2740261"/>
            <a:ext cx="2449800" cy="208200"/>
          </a:xfrm>
          <a:prstGeom prst="straightConnector1">
            <a:avLst/>
          </a:prstGeom>
          <a:noFill/>
          <a:ln cap="flat" cmpd="sng" w="57150">
            <a:solidFill>
              <a:schemeClr val="accent3"/>
            </a:solidFill>
            <a:prstDash val="solid"/>
            <a:round/>
            <a:headEnd len="sm" w="sm" type="none"/>
            <a:tailEnd len="med" w="med" type="triangle"/>
          </a:ln>
        </p:spPr>
      </p:cxnSp>
      <p:cxnSp>
        <p:nvCxnSpPr>
          <p:cNvPr id="180" name="Google Shape;180;p11"/>
          <p:cNvCxnSpPr/>
          <p:nvPr/>
        </p:nvCxnSpPr>
        <p:spPr>
          <a:xfrm flipH="1" rot="10800000">
            <a:off x="5066936" y="3383723"/>
            <a:ext cx="2449803" cy="787683"/>
          </a:xfrm>
          <a:prstGeom prst="straightConnector1">
            <a:avLst/>
          </a:prstGeom>
          <a:noFill/>
          <a:ln cap="flat" cmpd="sng" w="57150">
            <a:solidFill>
              <a:schemeClr val="accent3"/>
            </a:solidFill>
            <a:prstDash val="solid"/>
            <a:round/>
            <a:headEnd len="sm" w="sm" type="none"/>
            <a:tailEnd len="med" w="med" type="triangle"/>
          </a:ln>
        </p:spPr>
      </p:cxnSp>
      <p:sp>
        <p:nvSpPr>
          <p:cNvPr id="181" name="Google Shape;181;p11"/>
          <p:cNvSpPr txBox="1"/>
          <p:nvPr/>
        </p:nvSpPr>
        <p:spPr>
          <a:xfrm>
            <a:off x="5533293" y="4131342"/>
            <a:ext cx="1233810" cy="341632"/>
          </a:xfrm>
          <a:prstGeom prst="rect">
            <a:avLst/>
          </a:prstGeom>
          <a:solidFill>
            <a:schemeClr val="accent3"/>
          </a:solidFill>
          <a:ln cap="flat" cmpd="sng" w="28575">
            <a:solidFill>
              <a:schemeClr val="dk2"/>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0" i="0" lang="en-US" sz="1800" u="none" cap="none" strike="noStrike">
                <a:solidFill>
                  <a:schemeClr val="lt1"/>
                </a:solidFill>
                <a:latin typeface="Noto Sans SC"/>
                <a:ea typeface="Noto Sans SC"/>
                <a:cs typeface="Open Sans"/>
                <a:sym typeface="Open Sans"/>
              </a:rPr>
              <a:t>求和</a:t>
            </a:r>
            <a:endParaRPr b="0" i="0" sz="1800" u="none" cap="none" strike="noStrike">
              <a:solidFill>
                <a:schemeClr val="lt1"/>
              </a:solidFill>
              <a:latin typeface="Open Sans"/>
              <a:ea typeface="Noto Sans SC"/>
              <a:cs typeface="Open Sans"/>
              <a:sym typeface="Open Sans"/>
            </a:endParaRPr>
          </a:p>
        </p:txBody>
      </p:sp>
      <p:sp xmlns:p="http://schemas.openxmlformats.org/presentationml/2006/main" xmlns:a="http://schemas.openxmlformats.org/drawingml/2006/main">
        <p:nvSpPr>
          <p:cNvPr id="182"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85" name="Shape 185"/>
        <p:cNvGrpSpPr/>
        <p:nvPr/>
      </p:nvGrpSpPr>
      <p:grpSpPr>
        <a:xfrm>
          <a:off x="0" y="0"/>
          <a:ext cx="0" cy="0"/>
          <a:chOff x="0" y="0"/>
          <a:chExt cx="0" cy="0"/>
        </a:xfrm>
      </p:grpSpPr>
      <p:sp>
        <p:nvSpPr>
          <p:cNvPr id="186" name="Google Shape;186;p12"/>
          <p:cNvSpPr txBox="1"/>
          <p:nvPr/>
        </p:nvSpPr>
        <p:spPr>
          <a:xfrm>
            <a:off x="516750" y="640238"/>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内核和卷积</a:t>
            </a:r>
            <a:endParaRPr b="1" i="0" sz="3600" u="none" cap="none" strike="noStrike">
              <a:solidFill>
                <a:schemeClr val="dk2"/>
              </a:solidFill>
              <a:latin typeface="Open Sans"/>
              <a:ea typeface="Noto Sans SC"/>
              <a:cs typeface="Open Sans"/>
              <a:sym typeface="Open Sans"/>
            </a:endParaRPr>
          </a:p>
        </p:txBody>
      </p:sp>
      <p:graphicFrame>
        <p:nvGraphicFramePr>
          <p:cNvPr id="187" name="Google Shape;187;p12"/>
          <p:cNvGraphicFramePr/>
          <p:nvPr/>
        </p:nvGraphicFramePr>
        <p:xfrm>
          <a:off x="929552" y="3617052"/>
          <a:ext cx="3000000" cy="3000000"/>
        </p:xfrm>
        <a:graphic>
          <a:graphicData uri="http://schemas.openxmlformats.org/drawingml/2006/table">
            <a:tbl>
              <a:tblPr bandRow="1" firstRow="1">
                <a:noFill/>
                <a:tableStyleId>{12C8CB8B-E5CB-499C-984B-79234ABCCBC8}</a:tableStyleId>
              </a:tblPr>
              <a:tblGrid>
                <a:gridCol w="562525"/>
                <a:gridCol w="562525"/>
                <a:gridCol w="562525"/>
              </a:tblGrid>
              <a:tr h="228600">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.06</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.13</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.06</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3960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.13</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.25</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.13</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3960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.06</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.13</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.06</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r>
            </a:tbl>
          </a:graphicData>
        </a:graphic>
      </p:graphicFrame>
      <p:sp>
        <p:nvSpPr>
          <p:cNvPr id="188" name="Google Shape;188;p12"/>
          <p:cNvSpPr/>
          <p:nvPr/>
        </p:nvSpPr>
        <p:spPr>
          <a:xfrm>
            <a:off x="3315509" y="1627567"/>
            <a:ext cx="3502854" cy="914400"/>
          </a:xfrm>
          <a:prstGeom prst="rect">
            <a:avLst/>
          </a:prstGeom>
          <a:solidFill>
            <a:srgbClr val="3372EC"/>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Open Sans"/>
              <a:buNone/>
            </a:pPr>
            <a:r>
              <a:rPr b="1" i="0" lang="en-US" sz="2000" u="none" cap="none" strike="noStrike">
                <a:solidFill>
                  <a:schemeClr val="lt1"/>
                </a:solidFill>
                <a:latin typeface="Noto Sans SC"/>
                <a:ea typeface="Noto Sans SC"/>
                <a:cs typeface="Open Sans"/>
                <a:sym typeface="Open Sans"/>
              </a:rPr>
              <a:t>原始图像</a:t>
            </a:r>
            <a:endParaRPr b="1" i="0" sz="2000" u="none" cap="none" strike="noStrike">
              <a:solidFill>
                <a:schemeClr val="lt1"/>
              </a:solidFill>
              <a:latin typeface="Open Sans"/>
              <a:ea typeface="Noto Sans SC"/>
              <a:cs typeface="Open Sans"/>
              <a:sym typeface="Open Sans"/>
            </a:endParaRPr>
          </a:p>
        </p:txBody>
      </p:sp>
      <p:sp>
        <p:nvSpPr>
          <p:cNvPr id="189" name="Google Shape;189;p12"/>
          <p:cNvSpPr/>
          <p:nvPr/>
        </p:nvSpPr>
        <p:spPr>
          <a:xfrm>
            <a:off x="929552" y="1627567"/>
            <a:ext cx="1687581" cy="914400"/>
          </a:xfrm>
          <a:prstGeom prst="rect">
            <a:avLst/>
          </a:prstGeom>
          <a:solidFill>
            <a:schemeClr val="lt2"/>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1" i="0" lang="en-US" sz="1800" u="none" cap="none" strike="noStrike">
                <a:solidFill>
                  <a:schemeClr val="lt1"/>
                </a:solidFill>
                <a:latin typeface="Noto Sans SC"/>
                <a:ea typeface="Noto Sans SC"/>
                <a:cs typeface="Open Sans"/>
                <a:sym typeface="Open Sans"/>
              </a:rPr>
              <a:t>增加亮度的</a:t>
            </a:r>
            <a:endParaRPr/>
          </a:p>
          <a:p>
            <a:pPr indent="0" lvl="0" marL="0" marR="0" rtl="0" algn="ctr">
              <a:lnSpc>
                <a:spcPct val="100000"/>
              </a:lnSpc>
              <a:spcBef>
                <a:spcPts val="0"/>
              </a:spcBef>
              <a:spcAft>
                <a:spcPts val="0"/>
              </a:spcAft>
              <a:buClr>
                <a:srgbClr val="000000"/>
              </a:buClr>
              <a:buSzPts val="1800"/>
              <a:buFont typeface="Open Sans"/>
              <a:buNone/>
            </a:pPr>
            <a:r>
              <a:rPr b="1" i="0" lang="en-US" sz="1800" u="none" cap="none" strike="noStrike">
                <a:solidFill>
                  <a:schemeClr val="lt1"/>
                </a:solidFill>
                <a:latin typeface="Noto Sans SC"/>
                <a:ea typeface="Noto Sans SC"/>
                <a:cs typeface="Open Sans"/>
                <a:sym typeface="Open Sans"/>
              </a:rPr>
              <a:t>内核</a:t>
            </a:r>
            <a:endParaRPr b="0" i="0" sz="1400" u="none" cap="none" strike="noStrike">
              <a:solidFill>
                <a:srgbClr val="000000"/>
              </a:solidFill>
              <a:latin typeface="Open Sans"/>
              <a:ea typeface="Noto Sans SC"/>
              <a:cs typeface="Open Sans"/>
              <a:sym typeface="Open Sans"/>
            </a:endParaRPr>
          </a:p>
        </p:txBody>
      </p:sp>
      <p:sp>
        <p:nvSpPr>
          <p:cNvPr id="190" name="Google Shape;190;p12"/>
          <p:cNvSpPr txBox="1"/>
          <p:nvPr/>
        </p:nvSpPr>
        <p:spPr>
          <a:xfrm>
            <a:off x="2796096" y="3918976"/>
            <a:ext cx="402354" cy="553998"/>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Open Sans"/>
              <a:buNone/>
            </a:pPr>
            <a:r>
              <a:rPr b="0" i="0" lang="en-US" sz="1800" u="none" cap="none" strike="noStrike">
                <a:solidFill>
                  <a:srgbClr val="000000"/>
                </a:solidFill>
                <a:latin typeface="Open Sans"/>
                <a:ea typeface="Noto Sans SC"/>
                <a:cs typeface="Open Sans"/>
                <a:sym typeface="Open Sans"/>
              </a:rPr>
              <a:t> </a:t>
            </a:r>
            <a:endParaRPr b="0" i="0" sz="1400" u="none" cap="none" strike="noStrike">
              <a:solidFill>
                <a:srgbClr val="000000"/>
              </a:solidFill>
              <a:latin typeface="Open Sans"/>
              <a:ea typeface="Noto Sans SC"/>
              <a:cs typeface="Open Sans"/>
              <a:sym typeface="Open Sans"/>
            </a:endParaRPr>
          </a:p>
        </p:txBody>
      </p:sp>
      <p:sp>
        <p:nvSpPr>
          <p:cNvPr id="191" name="Google Shape;191;p12"/>
          <p:cNvSpPr txBox="1"/>
          <p:nvPr/>
        </p:nvSpPr>
        <p:spPr>
          <a:xfrm>
            <a:off x="7025911" y="4002076"/>
            <a:ext cx="375103" cy="387798"/>
          </a:xfrm>
          <a:prstGeom prst="rect">
            <a:avLst/>
          </a:prstGeom>
          <a:blipFill rotWithShape="1">
            <a:blip r:embed="rId4">
              <a:alphaModFix/>
            </a:blip>
            <a:stretch>
              <a:fillRect b="0" l="-21311"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Open Sans"/>
              <a:buNone/>
            </a:pPr>
            <a:r>
              <a:rPr b="0" i="0" lang="en-US" sz="1800" u="none" cap="none" strike="noStrike">
                <a:solidFill>
                  <a:srgbClr val="000000"/>
                </a:solidFill>
                <a:latin typeface="Open Sans"/>
                <a:ea typeface="Noto Sans SC"/>
                <a:cs typeface="Open Sans"/>
                <a:sym typeface="Open Sans"/>
              </a:rPr>
              <a:t> </a:t>
            </a:r>
            <a:endParaRPr b="0" i="0" sz="1400" u="none" cap="none" strike="noStrike">
              <a:solidFill>
                <a:srgbClr val="000000"/>
              </a:solidFill>
              <a:latin typeface="Open Sans"/>
              <a:ea typeface="Noto Sans SC"/>
              <a:cs typeface="Open Sans"/>
              <a:sym typeface="Open Sans"/>
            </a:endParaRPr>
          </a:p>
        </p:txBody>
      </p:sp>
      <p:sp>
        <p:nvSpPr>
          <p:cNvPr id="192" name="Google Shape;192;p12"/>
          <p:cNvSpPr/>
          <p:nvPr/>
        </p:nvSpPr>
        <p:spPr>
          <a:xfrm>
            <a:off x="7516739" y="1627567"/>
            <a:ext cx="2335236" cy="914400"/>
          </a:xfrm>
          <a:prstGeom prst="rect">
            <a:avLst/>
          </a:prstGeom>
          <a:solidFill>
            <a:srgbClr val="00573C"/>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Open Sans"/>
              <a:buNone/>
            </a:pPr>
            <a:r>
              <a:rPr b="1" i="0" lang="en-US" sz="2000" u="none" cap="none" strike="noStrike">
                <a:solidFill>
                  <a:schemeClr val="lt1"/>
                </a:solidFill>
                <a:latin typeface="Noto Sans SC"/>
                <a:ea typeface="Noto Sans SC"/>
                <a:cs typeface="Open Sans"/>
                <a:sym typeface="Open Sans"/>
              </a:rPr>
              <a:t>卷积后的图像</a:t>
            </a:r>
            <a:endParaRPr b="1" i="0" sz="2000" u="none" cap="none" strike="noStrike">
              <a:solidFill>
                <a:schemeClr val="lt1"/>
              </a:solidFill>
              <a:latin typeface="Open Sans"/>
              <a:ea typeface="Noto Sans SC"/>
              <a:cs typeface="Open Sans"/>
              <a:sym typeface="Open Sans"/>
            </a:endParaRPr>
          </a:p>
        </p:txBody>
      </p:sp>
      <p:graphicFrame>
        <p:nvGraphicFramePr>
          <p:cNvPr id="193" name="Google Shape;193;p12"/>
          <p:cNvGraphicFramePr/>
          <p:nvPr/>
        </p:nvGraphicFramePr>
        <p:xfrm>
          <a:off x="7516739" y="2948500"/>
          <a:ext cx="3000000" cy="3000000"/>
        </p:xfrm>
        <a:graphic>
          <a:graphicData uri="http://schemas.openxmlformats.org/drawingml/2006/table">
            <a:tbl>
              <a:tblPr bandRow="1" firstRow="1">
                <a:noFill/>
                <a:tableStyleId>{12C8CB8B-E5CB-499C-984B-79234ABCCBC8}</a:tableStyleId>
              </a:tblPr>
              <a:tblGrid>
                <a:gridCol w="583800"/>
                <a:gridCol w="583800"/>
                <a:gridCol w="583800"/>
                <a:gridCol w="583800"/>
              </a:tblGrid>
              <a:tr h="485250">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.56</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57150">
                      <a:solidFill>
                        <a:schemeClr val="accent3"/>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1" lang="en-US" sz="1800" u="none" cap="none" strike="noStrike">
                          <a:solidFill>
                            <a:schemeClr val="dk2"/>
                          </a:solidFill>
                          <a:latin typeface="Open Sans"/>
                          <a:ea typeface="Noto Sans SC"/>
                          <a:cs typeface="Open Sans"/>
                          <a:sym typeface="Open Sans"/>
                        </a:rPr>
                        <a:t>.57</a:t>
                      </a:r>
                      <a:endParaRPr b="1"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57150">
                      <a:solidFill>
                        <a:schemeClr val="accent3"/>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57150">
                      <a:solidFill>
                        <a:schemeClr val="accent3"/>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r>
            </a:tbl>
          </a:graphicData>
        </a:graphic>
      </p:graphicFrame>
      <p:graphicFrame>
        <p:nvGraphicFramePr>
          <p:cNvPr id="194" name="Google Shape;194;p12"/>
          <p:cNvGraphicFramePr/>
          <p:nvPr/>
        </p:nvGraphicFramePr>
        <p:xfrm>
          <a:off x="3315509" y="2740261"/>
          <a:ext cx="3000000" cy="3000000"/>
        </p:xfrm>
        <a:graphic>
          <a:graphicData uri="http://schemas.openxmlformats.org/drawingml/2006/table">
            <a:tbl>
              <a:tblPr bandRow="1" firstRow="1">
                <a:noFill/>
                <a:tableStyleId>{12C8CB8B-E5CB-499C-984B-79234ABCCBC8}</a:tableStyleId>
              </a:tblPr>
              <a:tblGrid>
                <a:gridCol w="583800"/>
                <a:gridCol w="583800"/>
                <a:gridCol w="583800"/>
                <a:gridCol w="583800"/>
                <a:gridCol w="583800"/>
                <a:gridCol w="583800"/>
              </a:tblGrid>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57150">
                      <a:solidFill>
                        <a:schemeClr val="accent3"/>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chemeClr val="accent3"/>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57150">
                      <a:solidFill>
                        <a:schemeClr val="accent3"/>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chemeClr val="accent3"/>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57150">
                      <a:solidFill>
                        <a:schemeClr val="accent3"/>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chemeClr val="accent3"/>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chemeClr val="accent3"/>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chemeClr val="accent3"/>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chemeClr val="accent3"/>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chemeClr val="accent3"/>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chemeClr val="accent3"/>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r>
            </a:tbl>
          </a:graphicData>
        </a:graphic>
      </p:graphicFrame>
      <p:graphicFrame>
        <p:nvGraphicFramePr>
          <p:cNvPr id="195" name="Google Shape;195;p12"/>
          <p:cNvGraphicFramePr/>
          <p:nvPr/>
        </p:nvGraphicFramePr>
        <p:xfrm>
          <a:off x="3931662" y="2763110"/>
          <a:ext cx="3000000" cy="3000000"/>
        </p:xfrm>
        <a:graphic>
          <a:graphicData uri="http://schemas.openxmlformats.org/drawingml/2006/table">
            <a:tbl>
              <a:tblPr bandRow="1" firstRow="1">
                <a:noFill/>
                <a:tableStyleId>{12C8CB8B-E5CB-499C-984B-79234ABCCBC8}</a:tableStyleId>
              </a:tblPr>
              <a:tblGrid>
                <a:gridCol w="562525"/>
                <a:gridCol w="562525"/>
                <a:gridCol w="562525"/>
              </a:tblGrid>
              <a:tr h="442750">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lt1"/>
                          </a:solidFill>
                          <a:latin typeface="Open Sans"/>
                          <a:ea typeface="Noto Sans SC"/>
                          <a:cs typeface="Open Sans"/>
                          <a:sym typeface="Open Sans"/>
                        </a:rPr>
                        <a:t>0</a:t>
                      </a:r>
                      <a:endParaRPr b="0"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.13</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.06</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47940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.13</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7940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.06</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.13</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.06</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r>
            </a:tbl>
          </a:graphicData>
        </a:graphic>
      </p:graphicFrame>
      <p:sp xmlns:p="http://schemas.openxmlformats.org/presentationml/2006/main" xmlns:a="http://schemas.openxmlformats.org/drawingml/2006/main">
        <p:nvSpPr>
          <p:cNvPr id="196"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99" name="Shape 199"/>
        <p:cNvGrpSpPr/>
        <p:nvPr/>
      </p:nvGrpSpPr>
      <p:grpSpPr>
        <a:xfrm>
          <a:off x="0" y="0"/>
          <a:ext cx="0" cy="0"/>
          <a:chOff x="0" y="0"/>
          <a:chExt cx="0" cy="0"/>
        </a:xfrm>
      </p:grpSpPr>
      <p:sp>
        <p:nvSpPr>
          <p:cNvPr id="200" name="Google Shape;200;p13"/>
          <p:cNvSpPr txBox="1"/>
          <p:nvPr/>
        </p:nvSpPr>
        <p:spPr>
          <a:xfrm>
            <a:off x="516750" y="640238"/>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内核和卷积</a:t>
            </a:r>
            <a:endParaRPr b="1" i="0" sz="3600" u="none" cap="none" strike="noStrike">
              <a:solidFill>
                <a:schemeClr val="dk2"/>
              </a:solidFill>
              <a:latin typeface="Open Sans"/>
              <a:ea typeface="Noto Sans SC"/>
              <a:cs typeface="Open Sans"/>
              <a:sym typeface="Open Sans"/>
            </a:endParaRPr>
          </a:p>
        </p:txBody>
      </p:sp>
      <p:graphicFrame>
        <p:nvGraphicFramePr>
          <p:cNvPr id="201" name="Google Shape;201;p13"/>
          <p:cNvGraphicFramePr/>
          <p:nvPr/>
        </p:nvGraphicFramePr>
        <p:xfrm>
          <a:off x="3315509" y="2740261"/>
          <a:ext cx="3000000" cy="3000000"/>
        </p:xfrm>
        <a:graphic>
          <a:graphicData uri="http://schemas.openxmlformats.org/drawingml/2006/table">
            <a:tbl>
              <a:tblPr bandRow="1" firstRow="1">
                <a:noFill/>
                <a:tableStyleId>{12C8CB8B-E5CB-499C-984B-79234ABCCBC8}</a:tableStyleId>
              </a:tblPr>
              <a:tblGrid>
                <a:gridCol w="583800"/>
                <a:gridCol w="583800"/>
                <a:gridCol w="583800"/>
                <a:gridCol w="583800"/>
                <a:gridCol w="583800"/>
                <a:gridCol w="583800"/>
              </a:tblGrid>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r>
            </a:tbl>
          </a:graphicData>
        </a:graphic>
      </p:graphicFrame>
      <p:graphicFrame>
        <p:nvGraphicFramePr>
          <p:cNvPr id="202" name="Google Shape;202;p13"/>
          <p:cNvGraphicFramePr/>
          <p:nvPr/>
        </p:nvGraphicFramePr>
        <p:xfrm>
          <a:off x="929552" y="3617052"/>
          <a:ext cx="3000000" cy="3000000"/>
        </p:xfrm>
        <a:graphic>
          <a:graphicData uri="http://schemas.openxmlformats.org/drawingml/2006/table">
            <a:tbl>
              <a:tblPr bandRow="1" firstRow="1">
                <a:noFill/>
                <a:tableStyleId>{12C8CB8B-E5CB-499C-984B-79234ABCCBC8}</a:tableStyleId>
              </a:tblPr>
              <a:tblGrid>
                <a:gridCol w="562525"/>
                <a:gridCol w="562525"/>
                <a:gridCol w="562525"/>
              </a:tblGrid>
              <a:tr h="228600">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.06</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.13</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.06</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3960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.13</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.25</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.13</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3960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.06</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.13</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.06</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r>
            </a:tbl>
          </a:graphicData>
        </a:graphic>
      </p:graphicFrame>
      <p:sp>
        <p:nvSpPr>
          <p:cNvPr id="203" name="Google Shape;203;p13"/>
          <p:cNvSpPr/>
          <p:nvPr/>
        </p:nvSpPr>
        <p:spPr>
          <a:xfrm>
            <a:off x="3315509" y="1627567"/>
            <a:ext cx="3502854" cy="914400"/>
          </a:xfrm>
          <a:prstGeom prst="rect">
            <a:avLst/>
          </a:prstGeom>
          <a:solidFill>
            <a:srgbClr val="3372EC"/>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Open Sans"/>
              <a:buNone/>
            </a:pPr>
            <a:r>
              <a:rPr b="1" i="0" lang="en-US" sz="2000" u="none" cap="none" strike="noStrike">
                <a:solidFill>
                  <a:srgbClr val="FFFFFF"/>
                </a:solidFill>
                <a:latin typeface="Noto Sans SC"/>
                <a:ea typeface="Noto Sans SC"/>
                <a:cs typeface="Open Sans"/>
                <a:sym typeface="Open Sans"/>
              </a:rPr>
              <a:t>原始图像</a:t>
            </a:r>
            <a:endParaRPr b="1" i="0" sz="2000" u="none" cap="none" strike="noStrike">
              <a:solidFill>
                <a:srgbClr val="FFFFFF"/>
              </a:solidFill>
              <a:latin typeface="Open Sans"/>
              <a:ea typeface="Noto Sans SC"/>
              <a:cs typeface="Open Sans"/>
              <a:sym typeface="Open Sans"/>
            </a:endParaRPr>
          </a:p>
        </p:txBody>
      </p:sp>
      <p:sp>
        <p:nvSpPr>
          <p:cNvPr id="204" name="Google Shape;204;p13"/>
          <p:cNvSpPr/>
          <p:nvPr/>
        </p:nvSpPr>
        <p:spPr>
          <a:xfrm>
            <a:off x="929552" y="1627567"/>
            <a:ext cx="1687581" cy="914400"/>
          </a:xfrm>
          <a:prstGeom prst="rect">
            <a:avLst/>
          </a:prstGeom>
          <a:solidFill>
            <a:schemeClr val="lt2"/>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1" i="0" lang="en-US" sz="1800" u="none" cap="none" strike="noStrike">
                <a:solidFill>
                  <a:schemeClr val="lt1"/>
                </a:solidFill>
                <a:latin typeface="Noto Sans SC"/>
                <a:ea typeface="Noto Sans SC"/>
                <a:cs typeface="Open Sans"/>
                <a:sym typeface="Open Sans"/>
              </a:rPr>
              <a:t>增加亮度的</a:t>
            </a:r>
            <a:endParaRPr/>
          </a:p>
          <a:p>
            <a:pPr indent="0" lvl="0" marL="0" marR="0" rtl="0" algn="ctr">
              <a:lnSpc>
                <a:spcPct val="100000"/>
              </a:lnSpc>
              <a:spcBef>
                <a:spcPts val="0"/>
              </a:spcBef>
              <a:spcAft>
                <a:spcPts val="0"/>
              </a:spcAft>
              <a:buClr>
                <a:srgbClr val="000000"/>
              </a:buClr>
              <a:buSzPts val="1800"/>
              <a:buFont typeface="Open Sans"/>
              <a:buNone/>
            </a:pPr>
            <a:r>
              <a:rPr b="1" i="0" lang="en-US" sz="1800" u="none" cap="none" strike="noStrike">
                <a:solidFill>
                  <a:schemeClr val="lt1"/>
                </a:solidFill>
                <a:latin typeface="Noto Sans SC"/>
                <a:ea typeface="Noto Sans SC"/>
                <a:cs typeface="Open Sans"/>
                <a:sym typeface="Open Sans"/>
              </a:rPr>
              <a:t>内核</a:t>
            </a:r>
            <a:endParaRPr b="0" i="0" sz="1400" u="none" cap="none" strike="noStrike">
              <a:solidFill>
                <a:srgbClr val="000000"/>
              </a:solidFill>
              <a:latin typeface="Open Sans"/>
              <a:ea typeface="Noto Sans SC"/>
              <a:cs typeface="Open Sans"/>
              <a:sym typeface="Open Sans"/>
            </a:endParaRPr>
          </a:p>
        </p:txBody>
      </p:sp>
      <p:sp>
        <p:nvSpPr>
          <p:cNvPr id="205" name="Google Shape;205;p13"/>
          <p:cNvSpPr txBox="1"/>
          <p:nvPr/>
        </p:nvSpPr>
        <p:spPr>
          <a:xfrm>
            <a:off x="2796096" y="3918976"/>
            <a:ext cx="402354" cy="553998"/>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Open Sans"/>
              <a:buNone/>
            </a:pPr>
            <a:r>
              <a:rPr b="0" i="0" lang="en-US" sz="1800" u="none" cap="none" strike="noStrike">
                <a:solidFill>
                  <a:srgbClr val="000000"/>
                </a:solidFill>
                <a:latin typeface="Open Sans"/>
                <a:ea typeface="Noto Sans SC"/>
                <a:cs typeface="Open Sans"/>
                <a:sym typeface="Open Sans"/>
              </a:rPr>
              <a:t> </a:t>
            </a:r>
            <a:endParaRPr b="0" i="0" sz="1400" u="none" cap="none" strike="noStrike">
              <a:solidFill>
                <a:srgbClr val="000000"/>
              </a:solidFill>
              <a:latin typeface="Open Sans"/>
              <a:ea typeface="Noto Sans SC"/>
              <a:cs typeface="Open Sans"/>
              <a:sym typeface="Open Sans"/>
            </a:endParaRPr>
          </a:p>
        </p:txBody>
      </p:sp>
      <p:sp>
        <p:nvSpPr>
          <p:cNvPr id="206" name="Google Shape;206;p13"/>
          <p:cNvSpPr txBox="1"/>
          <p:nvPr/>
        </p:nvSpPr>
        <p:spPr>
          <a:xfrm>
            <a:off x="7025911" y="4002076"/>
            <a:ext cx="375103" cy="387798"/>
          </a:xfrm>
          <a:prstGeom prst="rect">
            <a:avLst/>
          </a:prstGeom>
          <a:blipFill rotWithShape="1">
            <a:blip r:embed="rId4">
              <a:alphaModFix/>
            </a:blip>
            <a:stretch>
              <a:fillRect b="0" l="-21311"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Open Sans"/>
              <a:buNone/>
            </a:pPr>
            <a:r>
              <a:rPr b="0" i="0" lang="en-US" sz="1800" u="none" cap="none" strike="noStrike">
                <a:solidFill>
                  <a:srgbClr val="000000"/>
                </a:solidFill>
                <a:latin typeface="Open Sans"/>
                <a:ea typeface="Noto Sans SC"/>
                <a:cs typeface="Open Sans"/>
                <a:sym typeface="Open Sans"/>
              </a:rPr>
              <a:t> </a:t>
            </a:r>
            <a:endParaRPr b="0" i="0" sz="1400" u="none" cap="none" strike="noStrike">
              <a:solidFill>
                <a:srgbClr val="000000"/>
              </a:solidFill>
              <a:latin typeface="Open Sans"/>
              <a:ea typeface="Noto Sans SC"/>
              <a:cs typeface="Open Sans"/>
              <a:sym typeface="Open Sans"/>
            </a:endParaRPr>
          </a:p>
        </p:txBody>
      </p:sp>
      <p:graphicFrame>
        <p:nvGraphicFramePr>
          <p:cNvPr id="207" name="Google Shape;207;p13"/>
          <p:cNvGraphicFramePr/>
          <p:nvPr/>
        </p:nvGraphicFramePr>
        <p:xfrm>
          <a:off x="7516739" y="2948500"/>
          <a:ext cx="3000000" cy="3000000"/>
        </p:xfrm>
        <a:graphic>
          <a:graphicData uri="http://schemas.openxmlformats.org/drawingml/2006/table">
            <a:tbl>
              <a:tblPr bandRow="1" firstRow="1">
                <a:noFill/>
                <a:tableStyleId>{12C8CB8B-E5CB-499C-984B-79234ABCCBC8}</a:tableStyleId>
              </a:tblPr>
              <a:tblGrid>
                <a:gridCol w="583800"/>
                <a:gridCol w="583800"/>
                <a:gridCol w="583800"/>
                <a:gridCol w="583800"/>
              </a:tblGrid>
              <a:tr h="485250">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.56</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.57</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.57</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.56</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.7</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.82</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.82</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.7</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.69</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.95</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.95</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.69</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.64</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.69</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.69</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.64</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r>
            </a:tbl>
          </a:graphicData>
        </a:graphic>
      </p:graphicFrame>
      <p:sp>
        <p:nvSpPr>
          <p:cNvPr id="208" name="Google Shape;208;p13"/>
          <p:cNvSpPr/>
          <p:nvPr/>
        </p:nvSpPr>
        <p:spPr>
          <a:xfrm>
            <a:off x="7516739" y="1627567"/>
            <a:ext cx="2335236" cy="914400"/>
          </a:xfrm>
          <a:prstGeom prst="rect">
            <a:avLst/>
          </a:prstGeom>
          <a:solidFill>
            <a:srgbClr val="00573C"/>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Open Sans"/>
              <a:buNone/>
            </a:pPr>
            <a:r>
              <a:rPr b="1" i="0" lang="en-US" sz="2000" u="none" cap="none" strike="noStrike">
                <a:solidFill>
                  <a:srgbClr val="FFFFFF"/>
                </a:solidFill>
                <a:latin typeface="Noto Sans SC"/>
                <a:ea typeface="Noto Sans SC"/>
                <a:cs typeface="Open Sans"/>
                <a:sym typeface="Open Sans"/>
              </a:rPr>
              <a:t>卷积后的图像</a:t>
            </a:r>
            <a:endParaRPr b="1" i="0" sz="2000" u="none" cap="none" strike="noStrike">
              <a:solidFill>
                <a:srgbClr val="FFFFFF"/>
              </a:solidFill>
              <a:latin typeface="Open Sans"/>
              <a:ea typeface="Noto Sans SC"/>
              <a:cs typeface="Open Sans"/>
              <a:sym typeface="Open Sans"/>
            </a:endParaRPr>
          </a:p>
        </p:txBody>
      </p:sp>
      <p:sp xmlns:p="http://schemas.openxmlformats.org/presentationml/2006/main" xmlns:a="http://schemas.openxmlformats.org/drawingml/2006/main">
        <p:nvSpPr>
          <p:cNvPr id="209"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212" name="Shape 212"/>
        <p:cNvGrpSpPr/>
        <p:nvPr/>
      </p:nvGrpSpPr>
      <p:grpSpPr>
        <a:xfrm>
          <a:off x="0" y="0"/>
          <a:ext cx="0" cy="0"/>
          <a:chOff x="0" y="0"/>
          <a:chExt cx="0" cy="0"/>
        </a:xfrm>
      </p:grpSpPr>
      <p:sp>
        <p:nvSpPr>
          <p:cNvPr id="213" name="Google Shape;213;p14"/>
          <p:cNvSpPr txBox="1"/>
          <p:nvPr/>
        </p:nvSpPr>
        <p:spPr>
          <a:xfrm>
            <a:off x="516750" y="341857"/>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步长</a:t>
            </a:r>
            <a:endParaRPr/>
          </a:p>
        </p:txBody>
      </p:sp>
      <p:graphicFrame>
        <p:nvGraphicFramePr>
          <p:cNvPr id="214" name="Google Shape;214;p14"/>
          <p:cNvGraphicFramePr/>
          <p:nvPr/>
        </p:nvGraphicFramePr>
        <p:xfrm>
          <a:off x="2260154" y="1299461"/>
          <a:ext cx="3000000" cy="3000000"/>
        </p:xfrm>
        <a:graphic>
          <a:graphicData uri="http://schemas.openxmlformats.org/drawingml/2006/table">
            <a:tbl>
              <a:tblPr bandRow="1" firstRow="1">
                <a:noFill/>
                <a:tableStyleId>{12C8CB8B-E5CB-499C-984B-79234ABCCBC8}</a:tableStyleId>
              </a:tblPr>
              <a:tblGrid>
                <a:gridCol w="583800"/>
                <a:gridCol w="583800"/>
                <a:gridCol w="583800"/>
                <a:gridCol w="583800"/>
                <a:gridCol w="583800"/>
                <a:gridCol w="583800"/>
              </a:tblGrid>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F9C1C1"/>
                      </a:solidFill>
                      <a:prstDash val="solid"/>
                      <a:round/>
                      <a:headEnd len="sm" w="sm" type="none"/>
                      <a:tailEnd len="sm" w="sm" type="none"/>
                    </a:lnL>
                    <a:lnR cap="flat" cmpd="sng" w="57150">
                      <a:solidFill>
                        <a:srgbClr val="F18686"/>
                      </a:solidFill>
                      <a:prstDash val="solid"/>
                      <a:round/>
                      <a:headEnd len="sm" w="sm" type="none"/>
                      <a:tailEnd len="sm" w="sm" type="none"/>
                    </a:lnR>
                    <a:lnT cap="flat" cmpd="sng" w="57150">
                      <a:solidFill>
                        <a:srgbClr val="F9C1C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rgbClr val="F18686"/>
                      </a:solidFill>
                      <a:prstDash val="solid"/>
                      <a:round/>
                      <a:headEnd len="sm" w="sm" type="none"/>
                      <a:tailEnd len="sm" w="sm" type="none"/>
                    </a:lnL>
                    <a:lnR cap="flat" cmpd="sng" w="57150">
                      <a:solidFill>
                        <a:srgbClr val="EB4848"/>
                      </a:solidFill>
                      <a:prstDash val="solid"/>
                      <a:round/>
                      <a:headEnd len="sm" w="sm" type="none"/>
                      <a:tailEnd len="sm" w="sm" type="none"/>
                    </a:lnR>
                    <a:lnT cap="flat" cmpd="sng" w="57150">
                      <a:solidFill>
                        <a:srgbClr val="F18686"/>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EB4848"/>
                      </a:solidFill>
                      <a:prstDash val="solid"/>
                      <a:round/>
                      <a:headEnd len="sm" w="sm" type="none"/>
                      <a:tailEnd len="sm" w="sm" type="none"/>
                    </a:lnL>
                    <a:lnR cap="flat" cmpd="sng" w="57150">
                      <a:solidFill>
                        <a:srgbClr val="760D0D"/>
                      </a:solidFill>
                      <a:prstDash val="solid"/>
                      <a:round/>
                      <a:headEnd len="sm" w="sm" type="none"/>
                      <a:tailEnd len="sm" w="sm" type="none"/>
                    </a:lnR>
                    <a:lnT cap="flat" cmpd="sng" w="57150">
                      <a:solidFill>
                        <a:srgbClr val="EB4848"/>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760D0D"/>
                      </a:solidFill>
                      <a:prstDash val="solid"/>
                      <a:round/>
                      <a:headEnd len="sm" w="sm" type="none"/>
                      <a:tailEnd len="sm" w="sm" type="none"/>
                    </a:lnL>
                    <a:lnR cap="flat" cmpd="sng" w="57150">
                      <a:solidFill>
                        <a:srgbClr val="F18686"/>
                      </a:solidFill>
                      <a:prstDash val="solid"/>
                      <a:round/>
                      <a:headEnd len="sm" w="sm" type="none"/>
                      <a:tailEnd len="sm" w="sm" type="none"/>
                    </a:lnR>
                    <a:lnT cap="flat" cmpd="sng" w="57150">
                      <a:solidFill>
                        <a:srgbClr val="760D0D"/>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rgbClr val="F18686"/>
                      </a:solidFill>
                      <a:prstDash val="solid"/>
                      <a:round/>
                      <a:headEnd len="sm" w="sm" type="none"/>
                      <a:tailEnd len="sm" w="sm" type="none"/>
                    </a:lnL>
                    <a:lnR cap="flat" cmpd="sng" w="57150">
                      <a:solidFill>
                        <a:srgbClr val="EB4848"/>
                      </a:solidFill>
                      <a:prstDash val="solid"/>
                      <a:round/>
                      <a:headEnd len="sm" w="sm" type="none"/>
                      <a:tailEnd len="sm" w="sm" type="none"/>
                    </a:lnR>
                    <a:lnT cap="flat" cmpd="sng" w="57150">
                      <a:solidFill>
                        <a:srgbClr val="760D0D"/>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EB4848"/>
                      </a:solidFill>
                      <a:prstDash val="solid"/>
                      <a:round/>
                      <a:headEnd len="sm" w="sm" type="none"/>
                      <a:tailEnd len="sm" w="sm" type="none"/>
                    </a:lnL>
                    <a:lnR cap="flat" cmpd="sng" w="57150">
                      <a:solidFill>
                        <a:srgbClr val="760D0D"/>
                      </a:solidFill>
                      <a:prstDash val="solid"/>
                      <a:round/>
                      <a:headEnd len="sm" w="sm" type="none"/>
                      <a:tailEnd len="sm" w="sm" type="none"/>
                    </a:lnR>
                    <a:lnT cap="flat" cmpd="sng" w="57150">
                      <a:solidFill>
                        <a:srgbClr val="760D0D"/>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rgbClr val="F9C1C1"/>
                      </a:solidFill>
                      <a:prstDash val="solid"/>
                      <a:round/>
                      <a:headEnd len="sm" w="sm" type="none"/>
                      <a:tailEnd len="sm" w="sm" type="none"/>
                    </a:lnL>
                    <a:lnR cap="flat" cmpd="sng" w="57150">
                      <a:solidFill>
                        <a:srgbClr val="F18686"/>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F18686"/>
                      </a:solidFill>
                      <a:prstDash val="solid"/>
                      <a:round/>
                      <a:headEnd len="sm" w="sm" type="none"/>
                      <a:tailEnd len="sm" w="sm" type="none"/>
                    </a:lnL>
                    <a:lnR cap="flat" cmpd="sng" w="57150">
                      <a:solidFill>
                        <a:srgbClr val="EB4848"/>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rgbClr val="EB4848"/>
                      </a:solidFill>
                      <a:prstDash val="solid"/>
                      <a:round/>
                      <a:headEnd len="sm" w="sm" type="none"/>
                      <a:tailEnd len="sm" w="sm" type="none"/>
                    </a:lnL>
                    <a:lnR cap="flat" cmpd="sng" w="57150">
                      <a:solidFill>
                        <a:srgbClr val="760D0D"/>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rgbClr val="760D0D"/>
                      </a:solidFill>
                      <a:prstDash val="solid"/>
                      <a:round/>
                      <a:headEnd len="sm" w="sm" type="none"/>
                      <a:tailEnd len="sm" w="sm" type="none"/>
                    </a:lnL>
                    <a:lnR cap="flat" cmpd="sng" w="57150">
                      <a:solidFill>
                        <a:srgbClr val="F18686"/>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F18686"/>
                      </a:solidFill>
                      <a:prstDash val="solid"/>
                      <a:round/>
                      <a:headEnd len="sm" w="sm" type="none"/>
                      <a:tailEnd len="sm" w="sm" type="none"/>
                    </a:lnL>
                    <a:lnR cap="flat" cmpd="sng" w="57150">
                      <a:solidFill>
                        <a:srgbClr val="EB4848"/>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rgbClr val="EB4848"/>
                      </a:solidFill>
                      <a:prstDash val="solid"/>
                      <a:round/>
                      <a:headEnd len="sm" w="sm" type="none"/>
                      <a:tailEnd len="sm" w="sm" type="none"/>
                    </a:lnL>
                    <a:lnR cap="flat" cmpd="sng" w="57150">
                      <a:solidFill>
                        <a:srgbClr val="760D0D"/>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rgbClr val="F9C1C1"/>
                      </a:solidFill>
                      <a:prstDash val="solid"/>
                      <a:round/>
                      <a:headEnd len="sm" w="sm" type="none"/>
                      <a:tailEnd len="sm" w="sm" type="none"/>
                    </a:lnL>
                    <a:lnR cap="flat" cmpd="sng" w="57150">
                      <a:solidFill>
                        <a:srgbClr val="F18686"/>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rgbClr val="F9C1C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F18686"/>
                      </a:solidFill>
                      <a:prstDash val="solid"/>
                      <a:round/>
                      <a:headEnd len="sm" w="sm" type="none"/>
                      <a:tailEnd len="sm" w="sm" type="none"/>
                    </a:lnL>
                    <a:lnR cap="flat" cmpd="sng" w="57150">
                      <a:solidFill>
                        <a:srgbClr val="EB4848"/>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rgbClr val="F18686"/>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EB4848"/>
                      </a:solidFill>
                      <a:prstDash val="solid"/>
                      <a:round/>
                      <a:headEnd len="sm" w="sm" type="none"/>
                      <a:tailEnd len="sm" w="sm" type="none"/>
                    </a:lnL>
                    <a:lnR cap="flat" cmpd="sng" w="57150">
                      <a:solidFill>
                        <a:srgbClr val="760D0D"/>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rgbClr val="EB4848"/>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760D0D"/>
                      </a:solidFill>
                      <a:prstDash val="solid"/>
                      <a:round/>
                      <a:headEnd len="sm" w="sm" type="none"/>
                      <a:tailEnd len="sm" w="sm" type="none"/>
                    </a:lnL>
                    <a:lnR cap="flat" cmpd="sng" w="57150">
                      <a:solidFill>
                        <a:srgbClr val="F18686"/>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rgbClr val="760D0D"/>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F18686"/>
                      </a:solidFill>
                      <a:prstDash val="solid"/>
                      <a:round/>
                      <a:headEnd len="sm" w="sm" type="none"/>
                      <a:tailEnd len="sm" w="sm" type="none"/>
                    </a:lnL>
                    <a:lnR cap="flat" cmpd="sng" w="57150">
                      <a:solidFill>
                        <a:srgbClr val="EB4848"/>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rgbClr val="760D0D"/>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rgbClr val="EB4848"/>
                      </a:solidFill>
                      <a:prstDash val="solid"/>
                      <a:round/>
                      <a:headEnd len="sm" w="sm" type="none"/>
                      <a:tailEnd len="sm" w="sm" type="none"/>
                    </a:lnL>
                    <a:lnR cap="flat" cmpd="sng" w="57150">
                      <a:solidFill>
                        <a:srgbClr val="760D0D"/>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rgbClr val="760D0D"/>
                      </a:solidFill>
                      <a:prstDash val="solid"/>
                      <a:round/>
                      <a:headEnd len="sm" w="sm" type="none"/>
                      <a:tailEnd len="sm" w="sm" type="none"/>
                    </a:lnB>
                    <a:solidFill>
                      <a:schemeClr val="dk2"/>
                    </a:solidFill>
                  </a:tcPr>
                </a:tc>
              </a:tr>
            </a:tbl>
          </a:graphicData>
        </a:graphic>
      </p:graphicFrame>
      <p:sp>
        <p:nvSpPr>
          <p:cNvPr id="215" name="Google Shape;215;p14"/>
          <p:cNvSpPr/>
          <p:nvPr/>
        </p:nvSpPr>
        <p:spPr>
          <a:xfrm>
            <a:off x="516750" y="1295705"/>
            <a:ext cx="1430662" cy="1455713"/>
          </a:xfrm>
          <a:prstGeom prst="rect">
            <a:avLst/>
          </a:prstGeom>
          <a:solidFill>
            <a:schemeClr val="lt2"/>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Open Sans"/>
              <a:buNone/>
            </a:pPr>
            <a:r>
              <a:rPr b="1" i="0" lang="en-US" sz="2000" u="none" cap="none" strike="noStrike">
                <a:solidFill>
                  <a:srgbClr val="FFFFFF"/>
                </a:solidFill>
                <a:latin typeface="Noto Sans SC"/>
                <a:ea typeface="Noto Sans SC"/>
                <a:cs typeface="Open Sans"/>
                <a:sym typeface="Open Sans"/>
              </a:rPr>
              <a:t>步长为</a:t>
            </a:r>
            <a:r>
              <a:rPr b="1" i="0" lang="en-US" sz="2000" u="none" cap="none" strike="noStrike">
                <a:solidFill>
                  <a:srgbClr val="FFFFFF"/>
                </a:solidFill>
                <a:latin typeface="Open Sans"/>
                <a:ea typeface="Noto Sans SC"/>
                <a:cs typeface="Open Sans"/>
                <a:sym typeface="Open Sans"/>
              </a:rPr>
              <a:t> 1</a:t>
            </a:r>
            <a:endParaRPr b="1" i="0" sz="2000" u="none" cap="none" strike="noStrike">
              <a:solidFill>
                <a:srgbClr val="FFFFFF"/>
              </a:solidFill>
              <a:latin typeface="Open Sans"/>
              <a:ea typeface="Noto Sans SC"/>
              <a:cs typeface="Open Sans"/>
              <a:sym typeface="Open Sans"/>
            </a:endParaRPr>
          </a:p>
        </p:txBody>
      </p:sp>
      <p:graphicFrame>
        <p:nvGraphicFramePr>
          <p:cNvPr id="216" name="Google Shape;216;p14"/>
          <p:cNvGraphicFramePr/>
          <p:nvPr/>
        </p:nvGraphicFramePr>
        <p:xfrm>
          <a:off x="7749846" y="3367800"/>
          <a:ext cx="3000000" cy="3000000"/>
        </p:xfrm>
        <a:graphic>
          <a:graphicData uri="http://schemas.openxmlformats.org/drawingml/2006/table">
            <a:tbl>
              <a:tblPr bandRow="1" firstRow="1">
                <a:noFill/>
                <a:tableStyleId>{12C8CB8B-E5CB-499C-984B-79234ABCCBC8}</a:tableStyleId>
              </a:tblPr>
              <a:tblGrid>
                <a:gridCol w="583800"/>
                <a:gridCol w="583800"/>
              </a:tblGrid>
              <a:tr h="485250">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.56</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F9C1C1"/>
                      </a:solidFill>
                      <a:prstDash val="solid"/>
                      <a:round/>
                      <a:headEnd len="sm" w="sm" type="none"/>
                      <a:tailEnd len="sm" w="sm" type="none"/>
                    </a:lnL>
                    <a:lnR cap="flat" cmpd="sng" w="57150">
                      <a:solidFill>
                        <a:srgbClr val="EB4848"/>
                      </a:solidFill>
                      <a:prstDash val="solid"/>
                      <a:round/>
                      <a:headEnd len="sm" w="sm" type="none"/>
                      <a:tailEnd len="sm" w="sm" type="none"/>
                    </a:lnR>
                    <a:lnT cap="flat" cmpd="sng" w="57150">
                      <a:solidFill>
                        <a:srgbClr val="F9C1C1"/>
                      </a:solidFill>
                      <a:prstDash val="solid"/>
                      <a:round/>
                      <a:headEnd len="sm" w="sm" type="none"/>
                      <a:tailEnd len="sm" w="sm" type="none"/>
                    </a:lnT>
                    <a:lnB cap="flat" cmpd="sng" w="57150">
                      <a:solidFill>
                        <a:srgbClr val="F9C1C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.57</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EB4848"/>
                      </a:solidFill>
                      <a:prstDash val="solid"/>
                      <a:round/>
                      <a:headEnd len="sm" w="sm" type="none"/>
                      <a:tailEnd len="sm" w="sm" type="none"/>
                    </a:lnL>
                    <a:lnR cap="flat" cmpd="sng" w="57150">
                      <a:solidFill>
                        <a:srgbClr val="EB4848"/>
                      </a:solidFill>
                      <a:prstDash val="solid"/>
                      <a:round/>
                      <a:headEnd len="sm" w="sm" type="none"/>
                      <a:tailEnd len="sm" w="sm" type="none"/>
                    </a:lnR>
                    <a:lnT cap="flat" cmpd="sng" w="57150">
                      <a:solidFill>
                        <a:srgbClr val="EB4848"/>
                      </a:solidFill>
                      <a:prstDash val="solid"/>
                      <a:round/>
                      <a:headEnd len="sm" w="sm" type="none"/>
                      <a:tailEnd len="sm" w="sm" type="none"/>
                    </a:lnT>
                    <a:lnB cap="flat" cmpd="sng" w="57150">
                      <a:solidFill>
                        <a:srgbClr val="EB4848"/>
                      </a:solidFill>
                      <a:prstDash val="solid"/>
                      <a:round/>
                      <a:headEnd len="sm" w="sm" type="none"/>
                      <a:tailEnd len="sm" w="sm" type="none"/>
                    </a:lnB>
                    <a:solidFill>
                      <a:srgbClr val="F2F2F2"/>
                    </a:solidFill>
                  </a:tcPr>
                </a:tc>
              </a:tr>
            </a:tbl>
          </a:graphicData>
        </a:graphic>
      </p:graphicFrame>
      <p:graphicFrame>
        <p:nvGraphicFramePr>
          <p:cNvPr id="217" name="Google Shape;217;p14"/>
          <p:cNvGraphicFramePr/>
          <p:nvPr/>
        </p:nvGraphicFramePr>
        <p:xfrm>
          <a:off x="2260154" y="2886319"/>
          <a:ext cx="3000000" cy="3000000"/>
        </p:xfrm>
        <a:graphic>
          <a:graphicData uri="http://schemas.openxmlformats.org/drawingml/2006/table">
            <a:tbl>
              <a:tblPr bandRow="1" firstRow="1">
                <a:noFill/>
                <a:tableStyleId>{12C8CB8B-E5CB-499C-984B-79234ABCCBC8}</a:tableStyleId>
              </a:tblPr>
              <a:tblGrid>
                <a:gridCol w="583800"/>
                <a:gridCol w="583800"/>
                <a:gridCol w="583800"/>
                <a:gridCol w="583800"/>
                <a:gridCol w="583800"/>
                <a:gridCol w="583800"/>
              </a:tblGrid>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F9C1C1"/>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rgbClr val="F9C1C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rgbClr val="EB4848"/>
                      </a:solidFill>
                      <a:prstDash val="solid"/>
                      <a:round/>
                      <a:headEnd len="sm" w="sm" type="none"/>
                      <a:tailEnd len="sm" w="sm" type="none"/>
                    </a:lnR>
                    <a:lnT cap="flat" cmpd="sng" w="57150">
                      <a:solidFill>
                        <a:srgbClr val="F9C1C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EB4848"/>
                      </a:solidFill>
                      <a:prstDash val="solid"/>
                      <a:round/>
                      <a:headEnd len="sm" w="sm" type="none"/>
                      <a:tailEnd len="sm" w="sm" type="none"/>
                    </a:lnL>
                    <a:lnR cap="flat" cmpd="sng" w="57150">
                      <a:solidFill>
                        <a:srgbClr val="F9C1C1"/>
                      </a:solidFill>
                      <a:prstDash val="solid"/>
                      <a:round/>
                      <a:headEnd len="sm" w="sm" type="none"/>
                      <a:tailEnd len="sm" w="sm" type="none"/>
                    </a:lnR>
                    <a:lnT cap="flat" cmpd="sng" w="57150">
                      <a:solidFill>
                        <a:srgbClr val="EB4848"/>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F9C1C1"/>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rgbClr val="EB4848"/>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rgbClr val="EB4848"/>
                      </a:solidFill>
                      <a:prstDash val="solid"/>
                      <a:round/>
                      <a:headEnd len="sm" w="sm" type="none"/>
                      <a:tailEnd len="sm" w="sm" type="none"/>
                    </a:lnR>
                    <a:lnT cap="flat" cmpd="sng" w="57150">
                      <a:solidFill>
                        <a:srgbClr val="EB4848"/>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EB4848"/>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rgbClr val="F9C1C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rgbClr val="EB4848"/>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rgbClr val="EB4848"/>
                      </a:solidFill>
                      <a:prstDash val="solid"/>
                      <a:round/>
                      <a:headEnd len="sm" w="sm" type="none"/>
                      <a:tailEnd len="sm" w="sm" type="none"/>
                    </a:lnL>
                    <a:lnR cap="flat" cmpd="sng" w="57150">
                      <a:solidFill>
                        <a:srgbClr val="F9C1C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rgbClr val="F9C1C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rgbClr val="EB4848"/>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rgbClr val="EB4848"/>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rgbClr val="F9C1C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rgbClr val="F9C1C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rgbClr val="EB4848"/>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rgbClr val="F9C1C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EB4848"/>
                      </a:solidFill>
                      <a:prstDash val="solid"/>
                      <a:round/>
                      <a:headEnd len="sm" w="sm" type="none"/>
                      <a:tailEnd len="sm" w="sm" type="none"/>
                    </a:lnL>
                    <a:lnR cap="flat" cmpd="sng" w="57150">
                      <a:solidFill>
                        <a:srgbClr val="F9C1C1"/>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rgbClr val="EB4848"/>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F9C1C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rgbClr val="EB4848"/>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rgbClr val="EB4848"/>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rgbClr val="EB4848"/>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rgbClr val="EB4848"/>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chemeClr val="dk2"/>
                    </a:solidFill>
                  </a:tcPr>
                </a:tc>
              </a:tr>
            </a:tbl>
          </a:graphicData>
        </a:graphic>
      </p:graphicFrame>
      <p:sp>
        <p:nvSpPr>
          <p:cNvPr id="218" name="Google Shape;218;p14"/>
          <p:cNvSpPr/>
          <p:nvPr/>
        </p:nvSpPr>
        <p:spPr>
          <a:xfrm>
            <a:off x="516750" y="2882563"/>
            <a:ext cx="1430662" cy="1455713"/>
          </a:xfrm>
          <a:prstGeom prst="rect">
            <a:avLst/>
          </a:prstGeom>
          <a:solidFill>
            <a:schemeClr val="lt2"/>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Open Sans"/>
              <a:buNone/>
            </a:pPr>
            <a:r>
              <a:rPr b="1" i="0" lang="en-US" sz="2000" u="none" cap="none" strike="noStrike">
                <a:solidFill>
                  <a:srgbClr val="FFFFFF"/>
                </a:solidFill>
                <a:latin typeface="Noto Sans SC"/>
                <a:ea typeface="Noto Sans SC"/>
                <a:cs typeface="Open Sans"/>
                <a:sym typeface="Open Sans"/>
              </a:rPr>
              <a:t>步长为</a:t>
            </a:r>
            <a:r>
              <a:rPr b="1" i="0" lang="en-US" sz="2000" u="none" cap="none" strike="noStrike">
                <a:solidFill>
                  <a:srgbClr val="FFFFFF"/>
                </a:solidFill>
                <a:latin typeface="Open Sans"/>
                <a:ea typeface="Noto Sans SC"/>
                <a:cs typeface="Open Sans"/>
                <a:sym typeface="Open Sans"/>
              </a:rPr>
              <a:t> 2</a:t>
            </a:r>
            <a:endParaRPr b="1" i="0" sz="2000" u="none" cap="none" strike="noStrike">
              <a:solidFill>
                <a:srgbClr val="FFFFFF"/>
              </a:solidFill>
              <a:latin typeface="Open Sans"/>
              <a:ea typeface="Noto Sans SC"/>
              <a:cs typeface="Open Sans"/>
              <a:sym typeface="Open Sans"/>
            </a:endParaRPr>
          </a:p>
        </p:txBody>
      </p:sp>
      <p:graphicFrame>
        <p:nvGraphicFramePr>
          <p:cNvPr id="219" name="Google Shape;219;p14"/>
          <p:cNvGraphicFramePr/>
          <p:nvPr/>
        </p:nvGraphicFramePr>
        <p:xfrm>
          <a:off x="2260154" y="4476936"/>
          <a:ext cx="3000000" cy="3000000"/>
        </p:xfrm>
        <a:graphic>
          <a:graphicData uri="http://schemas.openxmlformats.org/drawingml/2006/table">
            <a:tbl>
              <a:tblPr bandRow="1" firstRow="1">
                <a:noFill/>
                <a:tableStyleId>{12C8CB8B-E5CB-499C-984B-79234ABCCBC8}</a:tableStyleId>
              </a:tblPr>
              <a:tblGrid>
                <a:gridCol w="583800"/>
                <a:gridCol w="583800"/>
                <a:gridCol w="583800"/>
                <a:gridCol w="583800"/>
                <a:gridCol w="583800"/>
                <a:gridCol w="583800"/>
              </a:tblGrid>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F9C1C1"/>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rgbClr val="F9C1C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rgbClr val="F9C1C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rgbClr val="EB4848"/>
                      </a:solidFill>
                      <a:prstDash val="solid"/>
                      <a:round/>
                      <a:headEnd len="sm" w="sm" type="none"/>
                      <a:tailEnd len="sm" w="sm" type="none"/>
                    </a:lnR>
                    <a:lnT cap="flat" cmpd="sng" w="57150">
                      <a:solidFill>
                        <a:srgbClr val="F9C1C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EB4848"/>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rgbClr val="EB4848"/>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rgbClr val="EB4848"/>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rgbClr val="EB4848"/>
                      </a:solidFill>
                      <a:prstDash val="solid"/>
                      <a:round/>
                      <a:headEnd len="sm" w="sm" type="none"/>
                      <a:tailEnd len="sm" w="sm" type="none"/>
                    </a:lnR>
                    <a:lnT cap="flat" cmpd="sng" w="57150">
                      <a:solidFill>
                        <a:srgbClr val="EB4848"/>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rgbClr val="F9C1C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rgbClr val="EB4848"/>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rgbClr val="EB4848"/>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rgbClr val="EB4848"/>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57150">
                      <a:solidFill>
                        <a:srgbClr val="F9C1C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rgbClr val="F9C1C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rgbClr val="F9C1C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rgbClr val="EB4848"/>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rgbClr val="F9C1C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EB4848"/>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rgbClr val="EB4848"/>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rgbClr val="EB4848"/>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rgbClr val="EB4848"/>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rgbClr val="EB4848"/>
                      </a:solidFill>
                      <a:prstDash val="solid"/>
                      <a:round/>
                      <a:headEnd len="sm" w="sm" type="none"/>
                      <a:tailEnd len="sm" w="sm" type="none"/>
                    </a:lnB>
                    <a:solidFill>
                      <a:schemeClr val="dk2"/>
                    </a:solidFill>
                  </a:tcPr>
                </a:tc>
              </a:tr>
            </a:tbl>
          </a:graphicData>
        </a:graphic>
      </p:graphicFrame>
      <p:sp>
        <p:nvSpPr>
          <p:cNvPr id="220" name="Google Shape;220;p14"/>
          <p:cNvSpPr/>
          <p:nvPr/>
        </p:nvSpPr>
        <p:spPr>
          <a:xfrm>
            <a:off x="516750" y="4473180"/>
            <a:ext cx="1430662" cy="1455713"/>
          </a:xfrm>
          <a:prstGeom prst="rect">
            <a:avLst/>
          </a:prstGeom>
          <a:solidFill>
            <a:schemeClr val="lt2"/>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Open Sans"/>
              <a:buNone/>
            </a:pPr>
            <a:r>
              <a:rPr b="1" i="0" lang="en-US" sz="2000" u="none" cap="none" strike="noStrike">
                <a:solidFill>
                  <a:srgbClr val="FFFFFF"/>
                </a:solidFill>
                <a:latin typeface="Noto Sans SC"/>
                <a:ea typeface="Noto Sans SC"/>
                <a:cs typeface="Open Sans"/>
                <a:sym typeface="Open Sans"/>
              </a:rPr>
              <a:t>步长为</a:t>
            </a:r>
            <a:r>
              <a:rPr b="1" i="0" lang="en-US" sz="2000" u="none" cap="none" strike="noStrike">
                <a:solidFill>
                  <a:srgbClr val="FFFFFF"/>
                </a:solidFill>
                <a:latin typeface="Open Sans"/>
                <a:ea typeface="Noto Sans SC"/>
                <a:cs typeface="Open Sans"/>
                <a:sym typeface="Open Sans"/>
              </a:rPr>
              <a:t> 3</a:t>
            </a:r>
            <a:endParaRPr b="1" i="0" sz="2000" u="none" cap="none" strike="noStrike">
              <a:solidFill>
                <a:srgbClr val="FFFFFF"/>
              </a:solidFill>
              <a:latin typeface="Open Sans"/>
              <a:ea typeface="Noto Sans SC"/>
              <a:cs typeface="Open Sans"/>
              <a:sym typeface="Open Sans"/>
            </a:endParaRPr>
          </a:p>
        </p:txBody>
      </p:sp>
      <p:sp>
        <p:nvSpPr>
          <p:cNvPr id="221" name="Google Shape;221;p14"/>
          <p:cNvSpPr/>
          <p:nvPr/>
        </p:nvSpPr>
        <p:spPr>
          <a:xfrm>
            <a:off x="6235337" y="1665056"/>
            <a:ext cx="1027612" cy="712384"/>
          </a:xfrm>
          <a:prstGeom prst="rightArrow">
            <a:avLst>
              <a:gd fmla="val 50000" name="adj1"/>
              <a:gd fmla="val 50000" name="adj2"/>
            </a:avLst>
          </a:prstGeom>
          <a:solidFill>
            <a:schemeClr val="lt2"/>
          </a:solidFill>
          <a:ln cap="flat" cmpd="sng" w="25400">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i="0" sz="1800" u="none" cap="none" strike="noStrike">
              <a:solidFill>
                <a:schemeClr val="lt1"/>
              </a:solidFill>
              <a:latin typeface="Open Sans"/>
              <a:ea typeface="Noto Sans SC"/>
              <a:cs typeface="Open Sans"/>
              <a:sym typeface="Open Sans"/>
            </a:endParaRPr>
          </a:p>
        </p:txBody>
      </p:sp>
      <p:graphicFrame>
        <p:nvGraphicFramePr>
          <p:cNvPr id="222" name="Google Shape;222;p14"/>
          <p:cNvGraphicFramePr/>
          <p:nvPr/>
        </p:nvGraphicFramePr>
        <p:xfrm>
          <a:off x="7735278" y="1778629"/>
          <a:ext cx="3000000" cy="3000000"/>
        </p:xfrm>
        <a:graphic>
          <a:graphicData uri="http://schemas.openxmlformats.org/drawingml/2006/table">
            <a:tbl>
              <a:tblPr bandRow="1" firstRow="1">
                <a:noFill/>
                <a:tableStyleId>{12C8CB8B-E5CB-499C-984B-79234ABCCBC8}</a:tableStyleId>
              </a:tblPr>
              <a:tblGrid>
                <a:gridCol w="583800"/>
                <a:gridCol w="583800"/>
                <a:gridCol w="583800"/>
                <a:gridCol w="583800"/>
              </a:tblGrid>
              <a:tr h="485250">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.56</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F9C1C1"/>
                      </a:solidFill>
                      <a:prstDash val="solid"/>
                      <a:round/>
                      <a:headEnd len="sm" w="sm" type="none"/>
                      <a:tailEnd len="sm" w="sm" type="none"/>
                    </a:lnL>
                    <a:lnR cap="flat" cmpd="sng" w="57150">
                      <a:solidFill>
                        <a:srgbClr val="F18686"/>
                      </a:solidFill>
                      <a:prstDash val="solid"/>
                      <a:round/>
                      <a:headEnd len="sm" w="sm" type="none"/>
                      <a:tailEnd len="sm" w="sm" type="none"/>
                    </a:lnR>
                    <a:lnT cap="flat" cmpd="sng" w="57150">
                      <a:solidFill>
                        <a:srgbClr val="F9C1C1"/>
                      </a:solidFill>
                      <a:prstDash val="solid"/>
                      <a:round/>
                      <a:headEnd len="sm" w="sm" type="none"/>
                      <a:tailEnd len="sm" w="sm" type="none"/>
                    </a:lnT>
                    <a:lnB cap="flat" cmpd="sng" w="57150">
                      <a:solidFill>
                        <a:srgbClr val="F9C1C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.57</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F18686"/>
                      </a:solidFill>
                      <a:prstDash val="solid"/>
                      <a:round/>
                      <a:headEnd len="sm" w="sm" type="none"/>
                      <a:tailEnd len="sm" w="sm" type="none"/>
                    </a:lnL>
                    <a:lnR cap="flat" cmpd="sng" w="57150">
                      <a:solidFill>
                        <a:srgbClr val="EB4848"/>
                      </a:solidFill>
                      <a:prstDash val="solid"/>
                      <a:round/>
                      <a:headEnd len="sm" w="sm" type="none"/>
                      <a:tailEnd len="sm" w="sm" type="none"/>
                    </a:lnR>
                    <a:lnT cap="flat" cmpd="sng" w="57150">
                      <a:solidFill>
                        <a:srgbClr val="F18686"/>
                      </a:solidFill>
                      <a:prstDash val="solid"/>
                      <a:round/>
                      <a:headEnd len="sm" w="sm" type="none"/>
                      <a:tailEnd len="sm" w="sm" type="none"/>
                    </a:lnT>
                    <a:lnB cap="flat" cmpd="sng" w="57150">
                      <a:solidFill>
                        <a:srgbClr val="F18686"/>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.57</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EB4848"/>
                      </a:solidFill>
                      <a:prstDash val="solid"/>
                      <a:round/>
                      <a:headEnd len="sm" w="sm" type="none"/>
                      <a:tailEnd len="sm" w="sm" type="none"/>
                    </a:lnL>
                    <a:lnR cap="flat" cmpd="sng" w="57150">
                      <a:solidFill>
                        <a:srgbClr val="760D0D"/>
                      </a:solidFill>
                      <a:prstDash val="solid"/>
                      <a:round/>
                      <a:headEnd len="sm" w="sm" type="none"/>
                      <a:tailEnd len="sm" w="sm" type="none"/>
                    </a:lnR>
                    <a:lnT cap="flat" cmpd="sng" w="57150">
                      <a:solidFill>
                        <a:srgbClr val="EB4848"/>
                      </a:solidFill>
                      <a:prstDash val="solid"/>
                      <a:round/>
                      <a:headEnd len="sm" w="sm" type="none"/>
                      <a:tailEnd len="sm" w="sm" type="none"/>
                    </a:lnT>
                    <a:lnB cap="flat" cmpd="sng" w="57150">
                      <a:solidFill>
                        <a:srgbClr val="EB4848"/>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.56</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760D0D"/>
                      </a:solidFill>
                      <a:prstDash val="solid"/>
                      <a:round/>
                      <a:headEnd len="sm" w="sm" type="none"/>
                      <a:tailEnd len="sm" w="sm" type="none"/>
                    </a:lnL>
                    <a:lnR cap="flat" cmpd="sng" w="57150">
                      <a:solidFill>
                        <a:srgbClr val="760D0D"/>
                      </a:solidFill>
                      <a:prstDash val="solid"/>
                      <a:round/>
                      <a:headEnd len="sm" w="sm" type="none"/>
                      <a:tailEnd len="sm" w="sm" type="none"/>
                    </a:lnR>
                    <a:lnT cap="flat" cmpd="sng" w="57150">
                      <a:solidFill>
                        <a:srgbClr val="760D0D"/>
                      </a:solidFill>
                      <a:prstDash val="solid"/>
                      <a:round/>
                      <a:headEnd len="sm" w="sm" type="none"/>
                      <a:tailEnd len="sm" w="sm" type="none"/>
                    </a:lnT>
                    <a:lnB cap="flat" cmpd="sng" w="57150">
                      <a:solidFill>
                        <a:srgbClr val="760D0D"/>
                      </a:solidFill>
                      <a:prstDash val="solid"/>
                      <a:round/>
                      <a:headEnd len="sm" w="sm" type="none"/>
                      <a:tailEnd len="sm" w="sm" type="none"/>
                    </a:lnB>
                    <a:solidFill>
                      <a:srgbClr val="F2F2F2"/>
                    </a:solidFill>
                  </a:tcPr>
                </a:tc>
              </a:tr>
            </a:tbl>
          </a:graphicData>
        </a:graphic>
      </p:graphicFrame>
      <p:sp>
        <p:nvSpPr>
          <p:cNvPr id="223" name="Google Shape;223;p14"/>
          <p:cNvSpPr/>
          <p:nvPr/>
        </p:nvSpPr>
        <p:spPr>
          <a:xfrm>
            <a:off x="6242621" y="3254227"/>
            <a:ext cx="1027612" cy="712384"/>
          </a:xfrm>
          <a:prstGeom prst="rightArrow">
            <a:avLst>
              <a:gd fmla="val 50000" name="adj1"/>
              <a:gd fmla="val 50000" name="adj2"/>
            </a:avLst>
          </a:prstGeom>
          <a:solidFill>
            <a:schemeClr val="lt2"/>
          </a:solidFill>
          <a:ln cap="flat" cmpd="sng" w="25400">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i="0" sz="1800" u="none" cap="none" strike="noStrike">
              <a:solidFill>
                <a:schemeClr val="lt1"/>
              </a:solidFill>
              <a:latin typeface="Open Sans"/>
              <a:ea typeface="Noto Sans SC"/>
              <a:cs typeface="Open Sans"/>
              <a:sym typeface="Open Sans"/>
            </a:endParaRPr>
          </a:p>
        </p:txBody>
      </p:sp>
      <p:sp>
        <p:nvSpPr>
          <p:cNvPr id="224" name="Google Shape;224;p14"/>
          <p:cNvSpPr/>
          <p:nvPr/>
        </p:nvSpPr>
        <p:spPr>
          <a:xfrm>
            <a:off x="6235337" y="4844844"/>
            <a:ext cx="1027612" cy="712384"/>
          </a:xfrm>
          <a:prstGeom prst="rightArrow">
            <a:avLst>
              <a:gd fmla="val 50000" name="adj1"/>
              <a:gd fmla="val 50000" name="adj2"/>
            </a:avLst>
          </a:prstGeom>
          <a:solidFill>
            <a:schemeClr val="lt2"/>
          </a:solidFill>
          <a:ln cap="flat" cmpd="sng" w="25400">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i="0" sz="1800" u="none" cap="none" strike="noStrike">
              <a:solidFill>
                <a:schemeClr val="lt1"/>
              </a:solidFill>
              <a:latin typeface="Open Sans"/>
              <a:ea typeface="Noto Sans SC"/>
              <a:cs typeface="Open Sans"/>
              <a:sym typeface="Open Sans"/>
            </a:endParaRPr>
          </a:p>
        </p:txBody>
      </p:sp>
      <p:graphicFrame>
        <p:nvGraphicFramePr>
          <p:cNvPr id="225" name="Google Shape;225;p14"/>
          <p:cNvGraphicFramePr/>
          <p:nvPr/>
        </p:nvGraphicFramePr>
        <p:xfrm>
          <a:off x="7749846" y="4956971"/>
          <a:ext cx="3000000" cy="3000000"/>
        </p:xfrm>
        <a:graphic>
          <a:graphicData uri="http://schemas.openxmlformats.org/drawingml/2006/table">
            <a:tbl>
              <a:tblPr bandRow="1" firstRow="1">
                <a:noFill/>
                <a:tableStyleId>{12C8CB8B-E5CB-499C-984B-79234ABCCBC8}</a:tableStyleId>
              </a:tblPr>
              <a:tblGrid>
                <a:gridCol w="583800"/>
                <a:gridCol w="583800"/>
              </a:tblGrid>
              <a:tr h="485250">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.56</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F9C1C1"/>
                      </a:solidFill>
                      <a:prstDash val="solid"/>
                      <a:round/>
                      <a:headEnd len="sm" w="sm" type="none"/>
                      <a:tailEnd len="sm" w="sm" type="none"/>
                    </a:lnL>
                    <a:lnR cap="flat" cmpd="sng" w="57150">
                      <a:solidFill>
                        <a:srgbClr val="EB4848"/>
                      </a:solidFill>
                      <a:prstDash val="solid"/>
                      <a:round/>
                      <a:headEnd len="sm" w="sm" type="none"/>
                      <a:tailEnd len="sm" w="sm" type="none"/>
                    </a:lnR>
                    <a:lnT cap="flat" cmpd="sng" w="57150">
                      <a:solidFill>
                        <a:srgbClr val="F9C1C1"/>
                      </a:solidFill>
                      <a:prstDash val="solid"/>
                      <a:round/>
                      <a:headEnd len="sm" w="sm" type="none"/>
                      <a:tailEnd len="sm" w="sm" type="none"/>
                    </a:lnT>
                    <a:lnB cap="flat" cmpd="sng" w="57150">
                      <a:solidFill>
                        <a:srgbClr val="F9C1C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.56</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EB4848"/>
                      </a:solidFill>
                      <a:prstDash val="solid"/>
                      <a:round/>
                      <a:headEnd len="sm" w="sm" type="none"/>
                      <a:tailEnd len="sm" w="sm" type="none"/>
                    </a:lnL>
                    <a:lnR cap="flat" cmpd="sng" w="57150">
                      <a:solidFill>
                        <a:srgbClr val="EB4848"/>
                      </a:solidFill>
                      <a:prstDash val="solid"/>
                      <a:round/>
                      <a:headEnd len="sm" w="sm" type="none"/>
                      <a:tailEnd len="sm" w="sm" type="none"/>
                    </a:lnR>
                    <a:lnT cap="flat" cmpd="sng" w="57150">
                      <a:solidFill>
                        <a:srgbClr val="EB4848"/>
                      </a:solidFill>
                      <a:prstDash val="solid"/>
                      <a:round/>
                      <a:headEnd len="sm" w="sm" type="none"/>
                      <a:tailEnd len="sm" w="sm" type="none"/>
                    </a:lnT>
                    <a:lnB cap="flat" cmpd="sng" w="57150">
                      <a:solidFill>
                        <a:srgbClr val="EB4848"/>
                      </a:solidFill>
                      <a:prstDash val="solid"/>
                      <a:round/>
                      <a:headEnd len="sm" w="sm" type="none"/>
                      <a:tailEnd len="sm" w="sm" type="none"/>
                    </a:lnB>
                    <a:solidFill>
                      <a:srgbClr val="F2F2F2"/>
                    </a:solidFill>
                  </a:tcPr>
                </a:tc>
              </a:tr>
            </a:tbl>
          </a:graphicData>
        </a:graphic>
      </p:graphicFrame>
      <p:sp xmlns:p="http://schemas.openxmlformats.org/presentationml/2006/main" xmlns:a="http://schemas.openxmlformats.org/drawingml/2006/main">
        <p:nvSpPr>
          <p:cNvPr id="226"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229" name="Shape 229"/>
        <p:cNvGrpSpPr/>
        <p:nvPr/>
      </p:nvGrpSpPr>
      <p:grpSpPr>
        <a:xfrm>
          <a:off x="0" y="0"/>
          <a:ext cx="0" cy="0"/>
          <a:chOff x="0" y="0"/>
          <a:chExt cx="0" cy="0"/>
        </a:xfrm>
      </p:grpSpPr>
      <p:sp>
        <p:nvSpPr>
          <p:cNvPr id="230" name="Google Shape;230;p15"/>
          <p:cNvSpPr txBox="1"/>
          <p:nvPr/>
        </p:nvSpPr>
        <p:spPr>
          <a:xfrm>
            <a:off x="498348" y="283187"/>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3600"/>
              <a:buFont typeface="Open Sans"/>
              <a:buNone/>
            </a:pPr>
            <a:r>
              <a:rPr b="1" i="0" lang="en-US" sz="3600" u="none" cap="none" strike="noStrike">
                <a:solidFill>
                  <a:schemeClr val="dk2"/>
                </a:solidFill>
                <a:latin typeface="Noto Sans SC"/>
                <a:ea typeface="Noto Sans SC"/>
                <a:cs typeface="Open Sans"/>
                <a:sym typeface="Open Sans"/>
              </a:rPr>
              <a:t>填充</a:t>
            </a:r>
            <a:endParaRPr b="1" i="0" sz="3600" u="none" cap="none" strike="noStrike">
              <a:solidFill>
                <a:schemeClr val="dk2"/>
              </a:solidFill>
              <a:latin typeface="Open Sans"/>
              <a:ea typeface="Noto Sans SC"/>
              <a:cs typeface="Open Sans"/>
              <a:sym typeface="Open Sans"/>
            </a:endParaRPr>
          </a:p>
        </p:txBody>
      </p:sp>
      <p:sp>
        <p:nvSpPr>
          <p:cNvPr id="231" name="Google Shape;231;p15"/>
          <p:cNvSpPr/>
          <p:nvPr/>
        </p:nvSpPr>
        <p:spPr>
          <a:xfrm>
            <a:off x="1234161" y="1072412"/>
            <a:ext cx="3502854" cy="512548"/>
          </a:xfrm>
          <a:prstGeom prst="rect">
            <a:avLst/>
          </a:prstGeom>
          <a:solidFill>
            <a:srgbClr val="3372EC"/>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Open Sans"/>
              <a:buNone/>
            </a:pPr>
            <a:r>
              <a:rPr b="1" i="0" lang="en-US" sz="2000" u="none" cap="none" strike="noStrike">
                <a:solidFill>
                  <a:schemeClr val="lt1"/>
                </a:solidFill>
                <a:latin typeface="Noto Sans SC"/>
                <a:ea typeface="Noto Sans SC"/>
                <a:cs typeface="Open Sans"/>
                <a:sym typeface="Open Sans"/>
              </a:rPr>
              <a:t>原始图像</a:t>
            </a:r>
            <a:endParaRPr b="1" i="0" sz="2000" u="none" cap="none" strike="noStrike">
              <a:solidFill>
                <a:schemeClr val="lt1"/>
              </a:solidFill>
              <a:latin typeface="Open Sans"/>
              <a:ea typeface="Noto Sans SC"/>
              <a:cs typeface="Open Sans"/>
              <a:sym typeface="Open Sans"/>
            </a:endParaRPr>
          </a:p>
        </p:txBody>
      </p:sp>
      <p:graphicFrame>
        <p:nvGraphicFramePr>
          <p:cNvPr id="232" name="Google Shape;232;p15"/>
          <p:cNvGraphicFramePr/>
          <p:nvPr/>
        </p:nvGraphicFramePr>
        <p:xfrm>
          <a:off x="5732136" y="1932558"/>
          <a:ext cx="3000000" cy="3000000"/>
        </p:xfrm>
        <a:graphic>
          <a:graphicData uri="http://schemas.openxmlformats.org/drawingml/2006/table">
            <a:tbl>
              <a:tblPr bandRow="1" firstRow="1">
                <a:noFill/>
                <a:tableStyleId>{12C8CB8B-E5CB-499C-984B-79234ABCCBC8}</a:tableStyleId>
              </a:tblPr>
              <a:tblGrid>
                <a:gridCol w="437850"/>
                <a:gridCol w="437850"/>
                <a:gridCol w="437850"/>
                <a:gridCol w="437850"/>
                <a:gridCol w="437850"/>
                <a:gridCol w="437850"/>
                <a:gridCol w="437850"/>
                <a:gridCol w="437850"/>
              </a:tblGrid>
              <a:tr h="485250">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lt1"/>
                          </a:solidFill>
                          <a:latin typeface="Open Sans"/>
                          <a:ea typeface="Noto Sans SC"/>
                          <a:cs typeface="Open Sans"/>
                          <a:sym typeface="Open Sans"/>
                        </a:rPr>
                        <a:t>0</a:t>
                      </a:r>
                      <a:endParaRPr b="0"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lt1"/>
                          </a:solidFill>
                          <a:latin typeface="Open Sans"/>
                          <a:ea typeface="Noto Sans SC"/>
                          <a:cs typeface="Open Sans"/>
                          <a:sym typeface="Open Sans"/>
                        </a:rPr>
                        <a:t>0</a:t>
                      </a:r>
                      <a:endParaRPr b="0"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lt1"/>
                          </a:solidFill>
                          <a:latin typeface="Open Sans"/>
                          <a:ea typeface="Noto Sans SC"/>
                          <a:cs typeface="Open Sans"/>
                          <a:sym typeface="Open Sans"/>
                        </a:rPr>
                        <a:t>0</a:t>
                      </a:r>
                      <a:endParaRPr b="0"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lt1"/>
                          </a:solidFill>
                          <a:latin typeface="Open Sans"/>
                          <a:ea typeface="Noto Sans SC"/>
                          <a:cs typeface="Open Sans"/>
                          <a:sym typeface="Open Sans"/>
                        </a:rPr>
                        <a:t>0</a:t>
                      </a:r>
                      <a:endParaRPr b="0"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lt1"/>
                          </a:solidFill>
                          <a:latin typeface="Open Sans"/>
                          <a:ea typeface="Noto Sans SC"/>
                          <a:cs typeface="Open Sans"/>
                          <a:sym typeface="Open Sans"/>
                        </a:rPr>
                        <a:t>0</a:t>
                      </a:r>
                      <a:endParaRPr b="0"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lt1"/>
                          </a:solidFill>
                          <a:latin typeface="Open Sans"/>
                          <a:ea typeface="Noto Sans SC"/>
                          <a:cs typeface="Open Sans"/>
                          <a:sym typeface="Open Sans"/>
                        </a:rPr>
                        <a:t>0</a:t>
                      </a:r>
                      <a:endParaRPr b="0"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lt1"/>
                          </a:solidFill>
                          <a:latin typeface="Open Sans"/>
                          <a:ea typeface="Noto Sans SC"/>
                          <a:cs typeface="Open Sans"/>
                          <a:sym typeface="Open Sans"/>
                        </a:rPr>
                        <a:t>0</a:t>
                      </a:r>
                      <a:endParaRPr b="0"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lt1"/>
                          </a:solidFill>
                          <a:latin typeface="Open Sans"/>
                          <a:ea typeface="Noto Sans SC"/>
                          <a:cs typeface="Open Sans"/>
                          <a:sym typeface="Open Sans"/>
                        </a:rPr>
                        <a:t>0</a:t>
                      </a:r>
                      <a:endParaRPr b="0"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chemeClr val="dk2"/>
                    </a:solidFill>
                  </a:tcPr>
                </a:tc>
              </a:tr>
            </a:tbl>
          </a:graphicData>
        </a:graphic>
      </p:graphicFrame>
      <p:sp>
        <p:nvSpPr>
          <p:cNvPr id="233" name="Google Shape;233;p15"/>
          <p:cNvSpPr/>
          <p:nvPr/>
        </p:nvSpPr>
        <p:spPr>
          <a:xfrm>
            <a:off x="5732138" y="1072412"/>
            <a:ext cx="3502854" cy="512548"/>
          </a:xfrm>
          <a:prstGeom prst="rect">
            <a:avLst/>
          </a:prstGeom>
          <a:solidFill>
            <a:srgbClr val="3372EC"/>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Open Sans"/>
              <a:buNone/>
            </a:pPr>
            <a:r>
              <a:rPr b="1" i="0" lang="en-US" sz="2000" u="none" cap="none" strike="noStrike">
                <a:solidFill>
                  <a:schemeClr val="lt1"/>
                </a:solidFill>
                <a:latin typeface="Noto Sans SC"/>
                <a:ea typeface="Noto Sans SC"/>
                <a:cs typeface="Open Sans"/>
                <a:sym typeface="Open Sans"/>
              </a:rPr>
              <a:t>补零</a:t>
            </a:r>
            <a:endParaRPr b="1" i="0" sz="2000" u="none" cap="none" strike="noStrike">
              <a:solidFill>
                <a:schemeClr val="lt1"/>
              </a:solidFill>
              <a:latin typeface="Open Sans"/>
              <a:ea typeface="Noto Sans SC"/>
              <a:cs typeface="Open Sans"/>
              <a:sym typeface="Open Sans"/>
            </a:endParaRPr>
          </a:p>
        </p:txBody>
      </p:sp>
      <p:graphicFrame>
        <p:nvGraphicFramePr>
          <p:cNvPr id="234" name="Google Shape;234;p15"/>
          <p:cNvGraphicFramePr/>
          <p:nvPr/>
        </p:nvGraphicFramePr>
        <p:xfrm>
          <a:off x="1584848" y="2417796"/>
          <a:ext cx="3000000" cy="3000000"/>
        </p:xfrm>
        <a:graphic>
          <a:graphicData uri="http://schemas.openxmlformats.org/drawingml/2006/table">
            <a:tbl>
              <a:tblPr bandRow="1" firstRow="1">
                <a:noFill/>
                <a:tableStyleId>{12C8CB8B-E5CB-499C-984B-79234ABCCBC8}</a:tableStyleId>
              </a:tblPr>
              <a:tblGrid>
                <a:gridCol w="438350"/>
                <a:gridCol w="438350"/>
                <a:gridCol w="438350"/>
                <a:gridCol w="438350"/>
                <a:gridCol w="438350"/>
                <a:gridCol w="438350"/>
              </a:tblGrid>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r>
            </a:tbl>
          </a:graphicData>
        </a:graphic>
      </p:graphicFrame>
      <p:sp xmlns:p="http://schemas.openxmlformats.org/presentationml/2006/main" xmlns:a="http://schemas.openxmlformats.org/drawingml/2006/main">
        <p:nvSpPr>
          <p:cNvPr id="235"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238" name="Shape 238"/>
        <p:cNvGrpSpPr/>
        <p:nvPr/>
      </p:nvGrpSpPr>
      <p:grpSpPr>
        <a:xfrm>
          <a:off x="0" y="0"/>
          <a:ext cx="0" cy="0"/>
          <a:chOff x="0" y="0"/>
          <a:chExt cx="0" cy="0"/>
        </a:xfrm>
      </p:grpSpPr>
      <p:sp>
        <p:nvSpPr>
          <p:cNvPr id="239" name="Google Shape;239;p16"/>
          <p:cNvSpPr txBox="1"/>
          <p:nvPr/>
        </p:nvSpPr>
        <p:spPr>
          <a:xfrm>
            <a:off x="498348" y="283187"/>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3600"/>
              <a:buFont typeface="Open Sans"/>
              <a:buNone/>
            </a:pPr>
            <a:r>
              <a:rPr b="1" i="0" lang="en-US" sz="3600" u="none" cap="none" strike="noStrike">
                <a:solidFill>
                  <a:schemeClr val="dk2"/>
                </a:solidFill>
                <a:latin typeface="Noto Sans SC"/>
                <a:ea typeface="Noto Sans SC"/>
                <a:cs typeface="Open Sans"/>
                <a:sym typeface="Open Sans"/>
              </a:rPr>
              <a:t>填充</a:t>
            </a:r>
            <a:endParaRPr b="1" i="0" sz="3600" u="none" cap="none" strike="noStrike">
              <a:solidFill>
                <a:schemeClr val="dk2"/>
              </a:solidFill>
              <a:latin typeface="Open Sans"/>
              <a:ea typeface="Noto Sans SC"/>
              <a:cs typeface="Open Sans"/>
              <a:sym typeface="Open Sans"/>
            </a:endParaRPr>
          </a:p>
        </p:txBody>
      </p:sp>
      <p:sp>
        <p:nvSpPr>
          <p:cNvPr id="240" name="Google Shape;240;p16"/>
          <p:cNvSpPr/>
          <p:nvPr/>
        </p:nvSpPr>
        <p:spPr>
          <a:xfrm>
            <a:off x="1234161" y="1072412"/>
            <a:ext cx="3502854" cy="512548"/>
          </a:xfrm>
          <a:prstGeom prst="rect">
            <a:avLst/>
          </a:prstGeom>
          <a:solidFill>
            <a:srgbClr val="3372EC"/>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Open Sans"/>
              <a:buNone/>
            </a:pPr>
            <a:r>
              <a:rPr b="1" i="0" lang="en-US" sz="2000" u="none" cap="none" strike="noStrike">
                <a:solidFill>
                  <a:schemeClr val="lt1"/>
                </a:solidFill>
                <a:latin typeface="Noto Sans SC"/>
                <a:ea typeface="Noto Sans SC"/>
                <a:cs typeface="Open Sans"/>
                <a:sym typeface="Open Sans"/>
              </a:rPr>
              <a:t>原始图像</a:t>
            </a:r>
            <a:endParaRPr b="1" i="0" sz="2000" u="none" cap="none" strike="noStrike">
              <a:solidFill>
                <a:schemeClr val="lt1"/>
              </a:solidFill>
              <a:latin typeface="Open Sans"/>
              <a:ea typeface="Noto Sans SC"/>
              <a:cs typeface="Open Sans"/>
              <a:sym typeface="Open Sans"/>
            </a:endParaRPr>
          </a:p>
        </p:txBody>
      </p:sp>
      <p:graphicFrame>
        <p:nvGraphicFramePr>
          <p:cNvPr id="241" name="Google Shape;241;p16"/>
          <p:cNvGraphicFramePr/>
          <p:nvPr/>
        </p:nvGraphicFramePr>
        <p:xfrm>
          <a:off x="5732136" y="1932558"/>
          <a:ext cx="3000000" cy="3000000"/>
        </p:xfrm>
        <a:graphic>
          <a:graphicData uri="http://schemas.openxmlformats.org/drawingml/2006/table">
            <a:tbl>
              <a:tblPr bandRow="1" firstRow="1">
                <a:noFill/>
                <a:tableStyleId>{12C8CB8B-E5CB-499C-984B-79234ABCCBC8}</a:tableStyleId>
              </a:tblPr>
              <a:tblGrid>
                <a:gridCol w="437850"/>
                <a:gridCol w="437850"/>
                <a:gridCol w="437850"/>
                <a:gridCol w="437850"/>
                <a:gridCol w="437850"/>
                <a:gridCol w="437850"/>
                <a:gridCol w="437850"/>
                <a:gridCol w="437850"/>
              </a:tblGrid>
              <a:tr h="485250">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1</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1</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lt1"/>
                          </a:solidFill>
                          <a:latin typeface="Open Sans"/>
                          <a:ea typeface="Noto Sans SC"/>
                          <a:cs typeface="Open Sans"/>
                          <a:sym typeface="Open Sans"/>
                        </a:rPr>
                        <a:t>0</a:t>
                      </a:r>
                      <a:endParaRPr b="0"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1</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1</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lt1"/>
                          </a:solidFill>
                          <a:latin typeface="Open Sans"/>
                          <a:ea typeface="Noto Sans SC"/>
                          <a:cs typeface="Open Sans"/>
                          <a:sym typeface="Open Sans"/>
                        </a:rPr>
                        <a:t>0</a:t>
                      </a:r>
                      <a:endParaRPr b="0"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1</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1</a:t>
                      </a:r>
                      <a:endParaRPr b="0"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r>
            </a:tbl>
          </a:graphicData>
        </a:graphic>
      </p:graphicFrame>
      <p:sp>
        <p:nvSpPr>
          <p:cNvPr id="242" name="Google Shape;242;p16"/>
          <p:cNvSpPr/>
          <p:nvPr/>
        </p:nvSpPr>
        <p:spPr>
          <a:xfrm>
            <a:off x="5732138" y="1072412"/>
            <a:ext cx="3502854" cy="512548"/>
          </a:xfrm>
          <a:prstGeom prst="rect">
            <a:avLst/>
          </a:prstGeom>
          <a:solidFill>
            <a:srgbClr val="3372EC"/>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Open Sans"/>
              <a:buNone/>
            </a:pPr>
            <a:r>
              <a:rPr b="1" i="0" lang="en-US" sz="2000" u="none" cap="none" strike="noStrike">
                <a:solidFill>
                  <a:schemeClr val="lt1"/>
                </a:solidFill>
                <a:latin typeface="Noto Sans SC"/>
                <a:ea typeface="Noto Sans SC"/>
                <a:cs typeface="Open Sans"/>
                <a:sym typeface="Open Sans"/>
              </a:rPr>
              <a:t>相同填充</a:t>
            </a:r>
            <a:endParaRPr b="1" i="0" sz="2000" u="none" cap="none" strike="noStrike">
              <a:solidFill>
                <a:schemeClr val="lt1"/>
              </a:solidFill>
              <a:latin typeface="Open Sans"/>
              <a:ea typeface="Noto Sans SC"/>
              <a:cs typeface="Open Sans"/>
              <a:sym typeface="Open Sans"/>
            </a:endParaRPr>
          </a:p>
        </p:txBody>
      </p:sp>
      <p:graphicFrame>
        <p:nvGraphicFramePr>
          <p:cNvPr id="243" name="Google Shape;243;p16"/>
          <p:cNvGraphicFramePr/>
          <p:nvPr/>
        </p:nvGraphicFramePr>
        <p:xfrm>
          <a:off x="1584848" y="2417796"/>
          <a:ext cx="3000000" cy="3000000"/>
        </p:xfrm>
        <a:graphic>
          <a:graphicData uri="http://schemas.openxmlformats.org/drawingml/2006/table">
            <a:tbl>
              <a:tblPr bandRow="1" firstRow="1">
                <a:noFill/>
                <a:tableStyleId>{12C8CB8B-E5CB-499C-984B-79234ABCCBC8}</a:tableStyleId>
              </a:tblPr>
              <a:tblGrid>
                <a:gridCol w="438350"/>
                <a:gridCol w="438350"/>
                <a:gridCol w="438350"/>
                <a:gridCol w="438350"/>
                <a:gridCol w="438350"/>
                <a:gridCol w="438350"/>
              </a:tblGrid>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4852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lt1"/>
                          </a:solidFill>
                          <a:latin typeface="Open Sans"/>
                          <a:ea typeface="Noto Sans SC"/>
                          <a:cs typeface="Open Sans"/>
                          <a:sym typeface="Open Sans"/>
                        </a:rPr>
                        <a:t>0</a:t>
                      </a:r>
                      <a:endParaRPr sz="1800" u="none" cap="none" strike="noStrike">
                        <a:solidFill>
                          <a:schemeClr val="lt1"/>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F2F2F2"/>
                    </a:solidFill>
                  </a:tcPr>
                </a:tc>
              </a:tr>
            </a:tbl>
          </a:graphicData>
        </a:graphic>
      </p:graphicFrame>
      <p:sp xmlns:p="http://schemas.openxmlformats.org/presentationml/2006/main" xmlns:a="http://schemas.openxmlformats.org/drawingml/2006/main">
        <p:nvSpPr>
          <p:cNvPr id="244"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247" name="Shape 247"/>
        <p:cNvGrpSpPr/>
        <p:nvPr/>
      </p:nvGrpSpPr>
      <p:grpSpPr>
        <a:xfrm>
          <a:off x="0" y="0"/>
          <a:ext cx="0" cy="0"/>
          <a:chOff x="0" y="0"/>
          <a:chExt cx="0" cy="0"/>
        </a:xfrm>
      </p:grpSpPr>
      <p:sp>
        <p:nvSpPr>
          <p:cNvPr id="248" name="Google Shape;248;p17"/>
          <p:cNvSpPr txBox="1"/>
          <p:nvPr/>
        </p:nvSpPr>
        <p:spPr>
          <a:xfrm>
            <a:off x="498348" y="2790635"/>
            <a:ext cx="9976104" cy="590931"/>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rgbClr val="000000"/>
                </a:solidFill>
                <a:latin typeface="Noto Sans SC"/>
                <a:ea typeface="Noto Sans SC"/>
                <a:cs typeface="Open Sans"/>
                <a:sym typeface="Open Sans"/>
              </a:rPr>
              <a:t>内核和神经网络</a:t>
            </a:r>
            <a:endParaRPr b="1" i="0" sz="3600" u="none" cap="none" strike="noStrike">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249"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252" name="Shape 252"/>
        <p:cNvGrpSpPr/>
        <p:nvPr/>
      </p:nvGrpSpPr>
      <p:grpSpPr>
        <a:xfrm>
          <a:off x="0" y="0"/>
          <a:ext cx="0" cy="0"/>
          <a:chOff x="0" y="0"/>
          <a:chExt cx="0" cy="0"/>
        </a:xfrm>
      </p:grpSpPr>
      <p:sp>
        <p:nvSpPr>
          <p:cNvPr id="253" name="Google Shape;253;p18"/>
          <p:cNvSpPr txBox="1"/>
          <p:nvPr/>
        </p:nvSpPr>
        <p:spPr>
          <a:xfrm>
            <a:off x="516750" y="640238"/>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内核和神经网络</a:t>
            </a:r>
            <a:endParaRPr b="1" i="0" sz="3600" u="none" cap="none" strike="noStrike">
              <a:solidFill>
                <a:schemeClr val="dk2"/>
              </a:solidFill>
              <a:latin typeface="Open Sans"/>
              <a:ea typeface="Noto Sans SC"/>
              <a:cs typeface="Open Sans"/>
              <a:sym typeface="Open Sans"/>
            </a:endParaRPr>
          </a:p>
        </p:txBody>
      </p:sp>
      <p:sp>
        <p:nvSpPr>
          <p:cNvPr id="254" name="Google Shape;254;p18"/>
          <p:cNvSpPr/>
          <p:nvPr/>
        </p:nvSpPr>
        <p:spPr>
          <a:xfrm>
            <a:off x="1567351" y="1627567"/>
            <a:ext cx="1687581" cy="914400"/>
          </a:xfrm>
          <a:prstGeom prst="rect">
            <a:avLst/>
          </a:prstGeom>
          <a:solidFill>
            <a:schemeClr val="lt2"/>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Open Sans"/>
              <a:buNone/>
            </a:pPr>
            <a:r>
              <a:rPr b="1" i="0" lang="en-US" sz="1800" u="none" cap="none" strike="noStrike">
                <a:solidFill>
                  <a:srgbClr val="FFFFFF"/>
                </a:solidFill>
                <a:latin typeface="Noto Sans SC"/>
                <a:ea typeface="Noto Sans SC"/>
                <a:cs typeface="Open Sans"/>
                <a:sym typeface="Open Sans"/>
              </a:rPr>
              <a:t>内核</a:t>
            </a:r>
            <a:endParaRPr b="1" i="0" sz="1800" u="none" cap="none" strike="noStrike">
              <a:solidFill>
                <a:srgbClr val="FFFFFF"/>
              </a:solidFill>
              <a:latin typeface="Open Sans"/>
              <a:ea typeface="Noto Sans SC"/>
              <a:cs typeface="Open Sans"/>
              <a:sym typeface="Open Sans"/>
            </a:endParaRPr>
          </a:p>
        </p:txBody>
      </p:sp>
      <p:graphicFrame>
        <p:nvGraphicFramePr>
          <p:cNvPr id="255" name="Google Shape;255;p18"/>
          <p:cNvGraphicFramePr/>
          <p:nvPr/>
        </p:nvGraphicFramePr>
        <p:xfrm>
          <a:off x="1095015" y="2938365"/>
          <a:ext cx="3000000" cy="3000000"/>
        </p:xfrm>
        <a:graphic>
          <a:graphicData uri="http://schemas.openxmlformats.org/drawingml/2006/table">
            <a:tbl>
              <a:tblPr bandRow="1" firstRow="1">
                <a:noFill/>
                <a:tableStyleId>{12C8CB8B-E5CB-499C-984B-79234ABCCBC8}</a:tableStyleId>
              </a:tblPr>
              <a:tblGrid>
                <a:gridCol w="877425"/>
                <a:gridCol w="877425"/>
                <a:gridCol w="877425"/>
              </a:tblGrid>
              <a:tr h="705400">
                <a:tc>
                  <a:txBody>
                    <a:bodyPr/>
                    <a:lstStyle/>
                    <a:p>
                      <a:pPr indent="0" lvl="0" marL="0" marR="0" rtl="0" algn="ctr">
                        <a:lnSpc>
                          <a:spcPct val="100000"/>
                        </a:lnSpc>
                        <a:spcBef>
                          <a:spcPts val="0"/>
                        </a:spcBef>
                        <a:spcAft>
                          <a:spcPts val="0"/>
                        </a:spcAft>
                        <a:buClr>
                          <a:srgbClr val="000000"/>
                        </a:buClr>
                        <a:buSzPts val="2800"/>
                        <a:buFont typeface="Open Sans"/>
                        <a:buNone/>
                      </a:pPr>
                      <a:r>
                        <a:rPr b="0" lang="en-US" sz="2800" u="none" cap="none" strike="noStrike">
                          <a:solidFill>
                            <a:schemeClr val="dk2"/>
                          </a:solidFill>
                          <a:latin typeface="Open Sans"/>
                          <a:ea typeface="Noto Sans SC"/>
                          <a:cs typeface="Open Sans"/>
                          <a:sym typeface="Open Sans"/>
                        </a:rPr>
                        <a:t>w</a:t>
                      </a:r>
                      <a:r>
                        <a:rPr b="0" baseline="-25000" lang="en-US" sz="2800" u="none" cap="none" strike="noStrike">
                          <a:solidFill>
                            <a:schemeClr val="dk2"/>
                          </a:solidFill>
                          <a:latin typeface="Open Sans"/>
                          <a:ea typeface="Noto Sans SC"/>
                          <a:cs typeface="Open Sans"/>
                          <a:sym typeface="Open Sans"/>
                        </a:rPr>
                        <a:t>1</a:t>
                      </a:r>
                      <a:endParaRPr b="0" sz="2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2800"/>
                        <a:buFont typeface="Open Sans"/>
                        <a:buNone/>
                      </a:pPr>
                      <a:r>
                        <a:rPr b="0" lang="en-US" sz="2800" u="none" cap="none" strike="noStrike">
                          <a:solidFill>
                            <a:schemeClr val="dk2"/>
                          </a:solidFill>
                          <a:latin typeface="Open Sans"/>
                          <a:ea typeface="Noto Sans SC"/>
                          <a:cs typeface="Open Sans"/>
                          <a:sym typeface="Open Sans"/>
                        </a:rPr>
                        <a:t>w</a:t>
                      </a:r>
                      <a:r>
                        <a:rPr b="0" baseline="-25000" lang="en-US" sz="2800" u="none" cap="none" strike="noStrike">
                          <a:solidFill>
                            <a:schemeClr val="dk2"/>
                          </a:solidFill>
                          <a:latin typeface="Open Sans"/>
                          <a:ea typeface="Noto Sans SC"/>
                          <a:cs typeface="Open Sans"/>
                          <a:sym typeface="Open Sans"/>
                        </a:rPr>
                        <a:t>2</a:t>
                      </a:r>
                      <a:endParaRPr b="0" sz="2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chemeClr val="dk2"/>
                        </a:buClr>
                        <a:buSzPts val="2800"/>
                        <a:buFont typeface="Open Sans"/>
                        <a:buNone/>
                      </a:pPr>
                      <a:r>
                        <a:rPr b="0" lang="en-US" sz="2800" u="none" cap="none" strike="noStrike">
                          <a:solidFill>
                            <a:schemeClr val="dk2"/>
                          </a:solidFill>
                          <a:latin typeface="Open Sans"/>
                          <a:ea typeface="Noto Sans SC"/>
                          <a:cs typeface="Open Sans"/>
                          <a:sym typeface="Open Sans"/>
                        </a:rPr>
                        <a:t>w</a:t>
                      </a:r>
                      <a:r>
                        <a:rPr b="0" baseline="-25000" lang="en-US" sz="2800" u="none" cap="none" strike="noStrike">
                          <a:solidFill>
                            <a:schemeClr val="dk2"/>
                          </a:solidFill>
                          <a:latin typeface="Open Sans"/>
                          <a:ea typeface="Noto Sans SC"/>
                          <a:cs typeface="Open Sans"/>
                          <a:sym typeface="Open Sans"/>
                        </a:rPr>
                        <a:t>3</a:t>
                      </a:r>
                      <a:endParaRPr b="0" sz="2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705400">
                <a:tc>
                  <a:txBody>
                    <a:bodyPr/>
                    <a:lstStyle/>
                    <a:p>
                      <a:pPr indent="0" lvl="0" marL="0" marR="0" rtl="0" algn="ctr">
                        <a:lnSpc>
                          <a:spcPct val="100000"/>
                        </a:lnSpc>
                        <a:spcBef>
                          <a:spcPts val="0"/>
                        </a:spcBef>
                        <a:spcAft>
                          <a:spcPts val="0"/>
                        </a:spcAft>
                        <a:buClr>
                          <a:schemeClr val="dk2"/>
                        </a:buClr>
                        <a:buSzPts val="2800"/>
                        <a:buFont typeface="Open Sans"/>
                        <a:buNone/>
                      </a:pPr>
                      <a:r>
                        <a:rPr b="0" lang="en-US" sz="2800" u="none" cap="none" strike="noStrike">
                          <a:solidFill>
                            <a:schemeClr val="dk2"/>
                          </a:solidFill>
                          <a:latin typeface="Open Sans"/>
                          <a:ea typeface="Noto Sans SC"/>
                          <a:cs typeface="Open Sans"/>
                          <a:sym typeface="Open Sans"/>
                        </a:rPr>
                        <a:t>w</a:t>
                      </a:r>
                      <a:r>
                        <a:rPr b="0" baseline="-25000" lang="en-US" sz="2800" u="none" cap="none" strike="noStrike">
                          <a:solidFill>
                            <a:schemeClr val="dk2"/>
                          </a:solidFill>
                          <a:latin typeface="Open Sans"/>
                          <a:ea typeface="Noto Sans SC"/>
                          <a:cs typeface="Open Sans"/>
                          <a:sym typeface="Open Sans"/>
                        </a:rPr>
                        <a:t>4</a:t>
                      </a:r>
                      <a:endParaRPr b="0" sz="2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chemeClr val="dk2"/>
                        </a:buClr>
                        <a:buSzPts val="2800"/>
                        <a:buFont typeface="Open Sans"/>
                        <a:buNone/>
                      </a:pPr>
                      <a:r>
                        <a:rPr b="0" lang="en-US" sz="2800" u="none" cap="none" strike="noStrike">
                          <a:solidFill>
                            <a:schemeClr val="dk2"/>
                          </a:solidFill>
                          <a:latin typeface="Open Sans"/>
                          <a:ea typeface="Noto Sans SC"/>
                          <a:cs typeface="Open Sans"/>
                          <a:sym typeface="Open Sans"/>
                        </a:rPr>
                        <a:t>w</a:t>
                      </a:r>
                      <a:r>
                        <a:rPr b="0" baseline="-25000" lang="en-US" sz="2800" u="none" cap="none" strike="noStrike">
                          <a:solidFill>
                            <a:schemeClr val="dk2"/>
                          </a:solidFill>
                          <a:latin typeface="Open Sans"/>
                          <a:ea typeface="Noto Sans SC"/>
                          <a:cs typeface="Open Sans"/>
                          <a:sym typeface="Open Sans"/>
                        </a:rPr>
                        <a:t>5</a:t>
                      </a:r>
                      <a:endParaRPr b="0" sz="2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chemeClr val="dk2"/>
                        </a:buClr>
                        <a:buSzPts val="2800"/>
                        <a:buFont typeface="Open Sans"/>
                        <a:buNone/>
                      </a:pPr>
                      <a:r>
                        <a:rPr b="0" lang="en-US" sz="2800" u="none" cap="none" strike="noStrike">
                          <a:solidFill>
                            <a:schemeClr val="dk2"/>
                          </a:solidFill>
                          <a:latin typeface="Open Sans"/>
                          <a:ea typeface="Noto Sans SC"/>
                          <a:cs typeface="Open Sans"/>
                          <a:sym typeface="Open Sans"/>
                        </a:rPr>
                        <a:t>w</a:t>
                      </a:r>
                      <a:r>
                        <a:rPr b="0" baseline="-25000" lang="en-US" sz="2800" u="none" cap="none" strike="noStrike">
                          <a:solidFill>
                            <a:schemeClr val="dk2"/>
                          </a:solidFill>
                          <a:latin typeface="Open Sans"/>
                          <a:ea typeface="Noto Sans SC"/>
                          <a:cs typeface="Open Sans"/>
                          <a:sym typeface="Open Sans"/>
                        </a:rPr>
                        <a:t>6</a:t>
                      </a:r>
                      <a:endParaRPr b="0" sz="2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705400">
                <a:tc>
                  <a:txBody>
                    <a:bodyPr/>
                    <a:lstStyle/>
                    <a:p>
                      <a:pPr indent="0" lvl="0" marL="0" marR="0" rtl="0" algn="ctr">
                        <a:lnSpc>
                          <a:spcPct val="100000"/>
                        </a:lnSpc>
                        <a:spcBef>
                          <a:spcPts val="0"/>
                        </a:spcBef>
                        <a:spcAft>
                          <a:spcPts val="0"/>
                        </a:spcAft>
                        <a:buClr>
                          <a:schemeClr val="dk2"/>
                        </a:buClr>
                        <a:buSzPts val="2800"/>
                        <a:buFont typeface="Open Sans"/>
                        <a:buNone/>
                      </a:pPr>
                      <a:r>
                        <a:rPr b="0" lang="en-US" sz="2800" u="none" cap="none" strike="noStrike">
                          <a:solidFill>
                            <a:schemeClr val="dk2"/>
                          </a:solidFill>
                          <a:latin typeface="Open Sans"/>
                          <a:ea typeface="Noto Sans SC"/>
                          <a:cs typeface="Open Sans"/>
                          <a:sym typeface="Open Sans"/>
                        </a:rPr>
                        <a:t>w</a:t>
                      </a:r>
                      <a:r>
                        <a:rPr b="0" baseline="-25000" lang="en-US" sz="2800" u="none" cap="none" strike="noStrike">
                          <a:solidFill>
                            <a:schemeClr val="dk2"/>
                          </a:solidFill>
                          <a:latin typeface="Open Sans"/>
                          <a:ea typeface="Noto Sans SC"/>
                          <a:cs typeface="Open Sans"/>
                          <a:sym typeface="Open Sans"/>
                        </a:rPr>
                        <a:t>7</a:t>
                      </a:r>
                      <a:endParaRPr b="0" sz="2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chemeClr val="dk2"/>
                        </a:buClr>
                        <a:buSzPts val="2800"/>
                        <a:buFont typeface="Open Sans"/>
                        <a:buNone/>
                      </a:pPr>
                      <a:r>
                        <a:rPr b="0" lang="en-US" sz="2800" u="none" cap="none" strike="noStrike">
                          <a:solidFill>
                            <a:schemeClr val="dk2"/>
                          </a:solidFill>
                          <a:latin typeface="Open Sans"/>
                          <a:ea typeface="Noto Sans SC"/>
                          <a:cs typeface="Open Sans"/>
                          <a:sym typeface="Open Sans"/>
                        </a:rPr>
                        <a:t>w</a:t>
                      </a:r>
                      <a:r>
                        <a:rPr b="0" baseline="-25000" lang="en-US" sz="2800" u="none" cap="none" strike="noStrike">
                          <a:solidFill>
                            <a:schemeClr val="dk2"/>
                          </a:solidFill>
                          <a:latin typeface="Open Sans"/>
                          <a:ea typeface="Noto Sans SC"/>
                          <a:cs typeface="Open Sans"/>
                          <a:sym typeface="Open Sans"/>
                        </a:rPr>
                        <a:t>8</a:t>
                      </a:r>
                      <a:endParaRPr b="0" sz="2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chemeClr val="dk2"/>
                        </a:buClr>
                        <a:buSzPts val="2800"/>
                        <a:buFont typeface="Open Sans"/>
                        <a:buNone/>
                      </a:pPr>
                      <a:r>
                        <a:rPr b="0" lang="en-US" sz="2800" u="none" cap="none" strike="noStrike">
                          <a:solidFill>
                            <a:schemeClr val="dk2"/>
                          </a:solidFill>
                          <a:latin typeface="Open Sans"/>
                          <a:ea typeface="Noto Sans SC"/>
                          <a:cs typeface="Open Sans"/>
                          <a:sym typeface="Open Sans"/>
                        </a:rPr>
                        <a:t>w</a:t>
                      </a:r>
                      <a:r>
                        <a:rPr b="0" baseline="-25000" lang="en-US" sz="2800" u="none" cap="none" strike="noStrike">
                          <a:solidFill>
                            <a:schemeClr val="dk2"/>
                          </a:solidFill>
                          <a:latin typeface="Open Sans"/>
                          <a:ea typeface="Noto Sans SC"/>
                          <a:cs typeface="Open Sans"/>
                          <a:sym typeface="Open Sans"/>
                        </a:rPr>
                        <a:t>9</a:t>
                      </a:r>
                      <a:endParaRPr b="0" sz="2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r>
            </a:tbl>
          </a:graphicData>
        </a:graphic>
      </p:graphicFrame>
      <p:sp xmlns:p="http://schemas.openxmlformats.org/presentationml/2006/main" xmlns:a="http://schemas.openxmlformats.org/drawingml/2006/main">
        <p:nvSpPr>
          <p:cNvPr id="256"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259" name="Shape 259"/>
        <p:cNvGrpSpPr/>
        <p:nvPr/>
      </p:nvGrpSpPr>
      <p:grpSpPr>
        <a:xfrm>
          <a:off x="0" y="0"/>
          <a:ext cx="0" cy="0"/>
          <a:chOff x="0" y="0"/>
          <a:chExt cx="0" cy="0"/>
        </a:xfrm>
      </p:grpSpPr>
      <p:sp>
        <p:nvSpPr>
          <p:cNvPr id="260" name="Google Shape;260;p88"/>
          <p:cNvSpPr/>
          <p:nvPr/>
        </p:nvSpPr>
        <p:spPr>
          <a:xfrm>
            <a:off x="1567351" y="1627567"/>
            <a:ext cx="1687581" cy="914400"/>
          </a:xfrm>
          <a:prstGeom prst="rect">
            <a:avLst/>
          </a:prstGeom>
          <a:solidFill>
            <a:schemeClr val="lt2"/>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Open Sans"/>
              <a:buNone/>
            </a:pPr>
            <a:r>
              <a:rPr b="1" i="0" lang="en-US" sz="1800" u="none" cap="none" strike="noStrike">
                <a:solidFill>
                  <a:srgbClr val="FFFFFF"/>
                </a:solidFill>
                <a:latin typeface="Noto Sans SC"/>
                <a:ea typeface="Noto Sans SC"/>
                <a:cs typeface="Open Sans"/>
                <a:sym typeface="Open Sans"/>
              </a:rPr>
              <a:t>内核</a:t>
            </a:r>
            <a:endParaRPr/>
          </a:p>
        </p:txBody>
      </p:sp>
      <p:sp>
        <p:nvSpPr>
          <p:cNvPr id="261" name="Google Shape;261;p88"/>
          <p:cNvSpPr/>
          <p:nvPr/>
        </p:nvSpPr>
        <p:spPr>
          <a:xfrm>
            <a:off x="6835948" y="1627567"/>
            <a:ext cx="1687581" cy="914400"/>
          </a:xfrm>
          <a:prstGeom prst="rect">
            <a:avLst/>
          </a:prstGeom>
          <a:solidFill>
            <a:schemeClr val="lt2"/>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Open Sans"/>
              <a:buNone/>
            </a:pPr>
            <a:r>
              <a:rPr b="1" i="0" lang="en-US" sz="1800" u="none" cap="none" strike="noStrike">
                <a:solidFill>
                  <a:srgbClr val="FFFFFF"/>
                </a:solidFill>
                <a:latin typeface="Noto Sans SC"/>
                <a:ea typeface="Noto Sans SC"/>
                <a:cs typeface="Open Sans"/>
                <a:sym typeface="Open Sans"/>
              </a:rPr>
              <a:t>神经元</a:t>
            </a:r>
            <a:endParaRPr/>
          </a:p>
        </p:txBody>
      </p:sp>
      <p:grpSp>
        <p:nvGrpSpPr>
          <p:cNvPr id="262" name="Google Shape;262;p88"/>
          <p:cNvGrpSpPr/>
          <p:nvPr/>
        </p:nvGrpSpPr>
        <p:grpSpPr>
          <a:xfrm>
            <a:off x="6354273" y="2658879"/>
            <a:ext cx="2457959" cy="2873016"/>
            <a:chOff x="5911742" y="2008563"/>
            <a:chExt cx="3104387" cy="3628603"/>
          </a:xfrm>
        </p:grpSpPr>
        <p:cxnSp>
          <p:nvCxnSpPr>
            <p:cNvPr id="263" name="Google Shape;263;p88"/>
            <p:cNvCxnSpPr>
              <a:endCxn id="264" idx="2"/>
            </p:cNvCxnSpPr>
            <p:nvPr/>
          </p:nvCxnSpPr>
          <p:spPr>
            <a:xfrm>
              <a:off x="6866694" y="3488735"/>
              <a:ext cx="585900" cy="871200"/>
            </a:xfrm>
            <a:prstGeom prst="straightConnector1">
              <a:avLst/>
            </a:prstGeom>
            <a:noFill/>
            <a:ln cap="flat" cmpd="sng" w="76200">
              <a:solidFill>
                <a:schemeClr val="accent4"/>
              </a:solidFill>
              <a:prstDash val="solid"/>
              <a:round/>
              <a:headEnd len="sm" w="sm" type="none"/>
              <a:tailEnd len="med" w="med" type="triangle"/>
            </a:ln>
          </p:spPr>
        </p:cxnSp>
        <p:cxnSp>
          <p:nvCxnSpPr>
            <p:cNvPr id="265" name="Google Shape;265;p88"/>
            <p:cNvCxnSpPr>
              <a:stCxn id="264" idx="6"/>
            </p:cNvCxnSpPr>
            <p:nvPr/>
          </p:nvCxnSpPr>
          <p:spPr>
            <a:xfrm>
              <a:off x="7452594" y="4840066"/>
              <a:ext cx="0" cy="797100"/>
            </a:xfrm>
            <a:prstGeom prst="straightConnector1">
              <a:avLst/>
            </a:prstGeom>
            <a:noFill/>
            <a:ln cap="flat" cmpd="sng" w="76200">
              <a:solidFill>
                <a:schemeClr val="accent4"/>
              </a:solidFill>
              <a:prstDash val="solid"/>
              <a:round/>
              <a:headEnd len="sm" w="sm" type="none"/>
              <a:tailEnd len="med" w="med" type="triangle"/>
            </a:ln>
          </p:spPr>
        </p:cxnSp>
        <p:sp>
          <p:nvSpPr>
            <p:cNvPr id="266" name="Google Shape;266;p88"/>
            <p:cNvSpPr txBox="1"/>
            <p:nvPr/>
          </p:nvSpPr>
          <p:spPr>
            <a:xfrm>
              <a:off x="7547767" y="4776930"/>
              <a:ext cx="593284" cy="606403"/>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Open Sans"/>
                  <a:ea typeface="Noto Sans SC"/>
                  <a:cs typeface="Open Sans"/>
                  <a:sym typeface="Open Sans"/>
                </a:rPr>
                <a:t> </a:t>
              </a:r>
              <a:endParaRPr/>
            </a:p>
          </p:txBody>
        </p:sp>
        <p:sp>
          <p:nvSpPr>
            <p:cNvPr id="267" name="Google Shape;267;p88"/>
            <p:cNvSpPr txBox="1"/>
            <p:nvPr/>
          </p:nvSpPr>
          <p:spPr>
            <a:xfrm>
              <a:off x="7768483" y="3621066"/>
              <a:ext cx="729255" cy="606403"/>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800"/>
                <a:buFont typeface="Open Sans"/>
                <a:buNone/>
              </a:pPr>
              <a:r>
                <a:rPr b="0" i="0" lang="en-US" sz="2800" u="none" cap="none" strike="noStrike">
                  <a:solidFill>
                    <a:srgbClr val="000000"/>
                  </a:solidFill>
                  <a:latin typeface="Open Sans"/>
                  <a:ea typeface="Noto Sans SC"/>
                  <a:cs typeface="Open Sans"/>
                  <a:sym typeface="Open Sans"/>
                </a:rPr>
                <a:t>w</a:t>
              </a:r>
              <a:r>
                <a:rPr b="0" baseline="-25000" i="0" lang="en-US" sz="2800" u="none" cap="none" strike="noStrike">
                  <a:solidFill>
                    <a:srgbClr val="000000"/>
                  </a:solidFill>
                  <a:latin typeface="Open Sans"/>
                  <a:ea typeface="Noto Sans SC"/>
                  <a:cs typeface="Open Sans"/>
                  <a:sym typeface="Open Sans"/>
                </a:rPr>
                <a:t>6</a:t>
              </a:r>
              <a:endParaRPr b="0" i="0" sz="2800" u="none" cap="none" strike="noStrike">
                <a:solidFill>
                  <a:srgbClr val="000000"/>
                </a:solidFill>
                <a:latin typeface="Open Sans"/>
                <a:ea typeface="Noto Sans SC"/>
                <a:cs typeface="Open Sans"/>
                <a:sym typeface="Open Sans"/>
              </a:endParaRPr>
            </a:p>
          </p:txBody>
        </p:sp>
        <p:sp>
          <p:nvSpPr>
            <p:cNvPr id="264" name="Google Shape;264;p88"/>
            <p:cNvSpPr/>
            <p:nvPr/>
          </p:nvSpPr>
          <p:spPr>
            <a:xfrm rot="5400000">
              <a:off x="7212528" y="4361398"/>
              <a:ext cx="480131" cy="477205"/>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268" name="Google Shape;268;p88"/>
            <p:cNvCxnSpPr>
              <a:endCxn id="264" idx="2"/>
            </p:cNvCxnSpPr>
            <p:nvPr/>
          </p:nvCxnSpPr>
          <p:spPr>
            <a:xfrm flipH="1">
              <a:off x="7452594" y="3488735"/>
              <a:ext cx="566700" cy="871200"/>
            </a:xfrm>
            <a:prstGeom prst="straightConnector1">
              <a:avLst/>
            </a:prstGeom>
            <a:noFill/>
            <a:ln cap="flat" cmpd="sng" w="76200">
              <a:solidFill>
                <a:schemeClr val="accent4"/>
              </a:solidFill>
              <a:prstDash val="solid"/>
              <a:round/>
              <a:headEnd len="sm" w="sm" type="none"/>
              <a:tailEnd len="med" w="med" type="triangle"/>
            </a:ln>
          </p:spPr>
        </p:cxnSp>
        <p:sp>
          <p:nvSpPr>
            <p:cNvPr id="269" name="Google Shape;269;p88"/>
            <p:cNvSpPr txBox="1"/>
            <p:nvPr/>
          </p:nvSpPr>
          <p:spPr>
            <a:xfrm>
              <a:off x="6502082" y="3621066"/>
              <a:ext cx="729255" cy="606403"/>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800"/>
                <a:buFont typeface="Open Sans"/>
                <a:buNone/>
              </a:pPr>
              <a:r>
                <a:rPr b="0" i="0" lang="en-US" sz="2800" u="none" cap="none" strike="noStrike">
                  <a:solidFill>
                    <a:srgbClr val="000000"/>
                  </a:solidFill>
                  <a:latin typeface="Open Sans"/>
                  <a:ea typeface="Noto Sans SC"/>
                  <a:cs typeface="Open Sans"/>
                  <a:sym typeface="Open Sans"/>
                </a:rPr>
                <a:t>w</a:t>
              </a:r>
              <a:r>
                <a:rPr b="0" baseline="-25000" i="0" lang="en-US" sz="2800" u="none" cap="none" strike="noStrike">
                  <a:solidFill>
                    <a:srgbClr val="000000"/>
                  </a:solidFill>
                  <a:latin typeface="Open Sans"/>
                  <a:ea typeface="Noto Sans SC"/>
                  <a:cs typeface="Open Sans"/>
                  <a:sym typeface="Open Sans"/>
                </a:rPr>
                <a:t>5</a:t>
              </a:r>
              <a:endParaRPr b="0" i="0" sz="2800" u="none" cap="none" strike="noStrike">
                <a:solidFill>
                  <a:srgbClr val="000000"/>
                </a:solidFill>
                <a:latin typeface="Open Sans"/>
                <a:ea typeface="Noto Sans SC"/>
                <a:cs typeface="Open Sans"/>
                <a:sym typeface="Open Sans"/>
              </a:endParaRPr>
            </a:p>
          </p:txBody>
        </p:sp>
        <p:sp>
          <p:nvSpPr>
            <p:cNvPr id="270" name="Google Shape;270;p88"/>
            <p:cNvSpPr/>
            <p:nvPr/>
          </p:nvSpPr>
          <p:spPr>
            <a:xfrm rot="5400000">
              <a:off x="6592068" y="3009932"/>
              <a:ext cx="480131" cy="477205"/>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271" name="Google Shape;271;p88"/>
            <p:cNvSpPr/>
            <p:nvPr/>
          </p:nvSpPr>
          <p:spPr>
            <a:xfrm rot="5400000">
              <a:off x="7802719" y="3009931"/>
              <a:ext cx="480131" cy="477205"/>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272" name="Google Shape;272;p88"/>
            <p:cNvCxnSpPr>
              <a:stCxn id="273" idx="2"/>
              <a:endCxn id="270" idx="2"/>
            </p:cNvCxnSpPr>
            <p:nvPr/>
          </p:nvCxnSpPr>
          <p:spPr>
            <a:xfrm>
              <a:off x="6438083" y="2614966"/>
              <a:ext cx="393900" cy="393600"/>
            </a:xfrm>
            <a:prstGeom prst="straightConnector1">
              <a:avLst/>
            </a:prstGeom>
            <a:noFill/>
            <a:ln cap="flat" cmpd="sng" w="76200">
              <a:solidFill>
                <a:schemeClr val="accent4"/>
              </a:solidFill>
              <a:prstDash val="solid"/>
              <a:round/>
              <a:headEnd len="sm" w="sm" type="none"/>
              <a:tailEnd len="med" w="med" type="triangle"/>
            </a:ln>
          </p:spPr>
        </p:cxnSp>
        <p:cxnSp>
          <p:nvCxnSpPr>
            <p:cNvPr id="274" name="Google Shape;274;p88"/>
            <p:cNvCxnSpPr>
              <a:stCxn id="273" idx="2"/>
              <a:endCxn id="271" idx="2"/>
            </p:cNvCxnSpPr>
            <p:nvPr/>
          </p:nvCxnSpPr>
          <p:spPr>
            <a:xfrm>
              <a:off x="6438084" y="2614966"/>
              <a:ext cx="1604700" cy="393600"/>
            </a:xfrm>
            <a:prstGeom prst="straightConnector1">
              <a:avLst/>
            </a:prstGeom>
            <a:noFill/>
            <a:ln cap="flat" cmpd="sng" w="76200">
              <a:solidFill>
                <a:schemeClr val="accent4"/>
              </a:solidFill>
              <a:prstDash val="solid"/>
              <a:round/>
              <a:headEnd len="sm" w="sm" type="none"/>
              <a:tailEnd len="med" w="med" type="triangle"/>
            </a:ln>
          </p:spPr>
        </p:cxnSp>
        <p:cxnSp>
          <p:nvCxnSpPr>
            <p:cNvPr id="275" name="Google Shape;275;p88"/>
            <p:cNvCxnSpPr>
              <a:stCxn id="276" idx="2"/>
              <a:endCxn id="270" idx="2"/>
            </p:cNvCxnSpPr>
            <p:nvPr/>
          </p:nvCxnSpPr>
          <p:spPr>
            <a:xfrm flipH="1">
              <a:off x="6831995" y="2614966"/>
              <a:ext cx="1617600" cy="393600"/>
            </a:xfrm>
            <a:prstGeom prst="straightConnector1">
              <a:avLst/>
            </a:prstGeom>
            <a:noFill/>
            <a:ln cap="flat" cmpd="sng" w="76200">
              <a:solidFill>
                <a:schemeClr val="accent4"/>
              </a:solidFill>
              <a:prstDash val="solid"/>
              <a:round/>
              <a:headEnd len="sm" w="sm" type="none"/>
              <a:tailEnd len="med" w="med" type="triangle"/>
            </a:ln>
          </p:spPr>
        </p:cxnSp>
        <p:cxnSp>
          <p:nvCxnSpPr>
            <p:cNvPr id="277" name="Google Shape;277;p88"/>
            <p:cNvCxnSpPr>
              <a:stCxn id="276" idx="2"/>
              <a:endCxn id="271" idx="2"/>
            </p:cNvCxnSpPr>
            <p:nvPr/>
          </p:nvCxnSpPr>
          <p:spPr>
            <a:xfrm flipH="1">
              <a:off x="8042795" y="2614966"/>
              <a:ext cx="406800" cy="393600"/>
            </a:xfrm>
            <a:prstGeom prst="straightConnector1">
              <a:avLst/>
            </a:prstGeom>
            <a:noFill/>
            <a:ln cap="flat" cmpd="sng" w="76200">
              <a:solidFill>
                <a:schemeClr val="accent4"/>
              </a:solidFill>
              <a:prstDash val="solid"/>
              <a:round/>
              <a:headEnd len="sm" w="sm" type="none"/>
              <a:tailEnd len="med" w="med" type="triangle"/>
            </a:ln>
          </p:spPr>
        </p:cxnSp>
        <p:sp>
          <p:nvSpPr>
            <p:cNvPr id="278" name="Google Shape;278;p88"/>
            <p:cNvSpPr txBox="1"/>
            <p:nvPr/>
          </p:nvSpPr>
          <p:spPr>
            <a:xfrm>
              <a:off x="5911742" y="2586495"/>
              <a:ext cx="729255" cy="606403"/>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800"/>
                <a:buFont typeface="Open Sans"/>
                <a:buNone/>
              </a:pPr>
              <a:r>
                <a:rPr b="0" i="0" lang="en-US" sz="2800" u="none" cap="none" strike="noStrike">
                  <a:solidFill>
                    <a:srgbClr val="000000"/>
                  </a:solidFill>
                  <a:latin typeface="Open Sans"/>
                  <a:ea typeface="Noto Sans SC"/>
                  <a:cs typeface="Open Sans"/>
                  <a:sym typeface="Open Sans"/>
                </a:rPr>
                <a:t>w</a:t>
              </a:r>
              <a:r>
                <a:rPr b="0" baseline="-25000" i="0" lang="en-US" sz="2800" u="none" cap="none" strike="noStrike">
                  <a:solidFill>
                    <a:srgbClr val="000000"/>
                  </a:solidFill>
                  <a:latin typeface="Open Sans"/>
                  <a:ea typeface="Noto Sans SC"/>
                  <a:cs typeface="Open Sans"/>
                  <a:sym typeface="Open Sans"/>
                </a:rPr>
                <a:t>1</a:t>
              </a:r>
              <a:endParaRPr b="0" i="0" sz="2800" u="none" cap="none" strike="noStrike">
                <a:solidFill>
                  <a:srgbClr val="000000"/>
                </a:solidFill>
                <a:latin typeface="Open Sans"/>
                <a:ea typeface="Noto Sans SC"/>
                <a:cs typeface="Open Sans"/>
                <a:sym typeface="Open Sans"/>
              </a:endParaRPr>
            </a:p>
          </p:txBody>
        </p:sp>
        <p:sp>
          <p:nvSpPr>
            <p:cNvPr id="279" name="Google Shape;279;p88"/>
            <p:cNvSpPr txBox="1"/>
            <p:nvPr/>
          </p:nvSpPr>
          <p:spPr>
            <a:xfrm>
              <a:off x="6768491" y="2188603"/>
              <a:ext cx="729255" cy="606403"/>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800"/>
                <a:buFont typeface="Open Sans"/>
                <a:buNone/>
              </a:pPr>
              <a:r>
                <a:rPr b="0" i="0" lang="en-US" sz="2800" u="none" cap="none" strike="noStrike">
                  <a:solidFill>
                    <a:srgbClr val="000000"/>
                  </a:solidFill>
                  <a:latin typeface="Open Sans"/>
                  <a:ea typeface="Noto Sans SC"/>
                  <a:cs typeface="Open Sans"/>
                  <a:sym typeface="Open Sans"/>
                </a:rPr>
                <a:t>w</a:t>
              </a:r>
              <a:r>
                <a:rPr b="0" baseline="-25000" i="0" lang="en-US" sz="2800" u="none" cap="none" strike="noStrike">
                  <a:solidFill>
                    <a:srgbClr val="000000"/>
                  </a:solidFill>
                  <a:latin typeface="Open Sans"/>
                  <a:ea typeface="Noto Sans SC"/>
                  <a:cs typeface="Open Sans"/>
                  <a:sym typeface="Open Sans"/>
                </a:rPr>
                <a:t>2</a:t>
              </a:r>
              <a:endParaRPr b="0" i="0" sz="2800" u="none" cap="none" strike="noStrike">
                <a:solidFill>
                  <a:srgbClr val="000000"/>
                </a:solidFill>
                <a:latin typeface="Open Sans"/>
                <a:ea typeface="Noto Sans SC"/>
                <a:cs typeface="Open Sans"/>
                <a:sym typeface="Open Sans"/>
              </a:endParaRPr>
            </a:p>
          </p:txBody>
        </p:sp>
        <p:sp>
          <p:nvSpPr>
            <p:cNvPr id="273" name="Google Shape;273;p88"/>
            <p:cNvSpPr txBox="1"/>
            <p:nvPr/>
          </p:nvSpPr>
          <p:spPr>
            <a:xfrm>
              <a:off x="6129131" y="2008563"/>
              <a:ext cx="617905" cy="606403"/>
            </a:xfrm>
            <a:prstGeom prst="rect">
              <a:avLst/>
            </a:prstGeom>
            <a:solidFill>
              <a:schemeClr val="lt1"/>
            </a:solidFill>
            <a:ln cap="flat" cmpd="sng" w="38100">
              <a:solidFill>
                <a:srgbClr val="0C0C0C"/>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800"/>
                <a:buFont typeface="Open Sans"/>
                <a:buNone/>
              </a:pPr>
              <a:r>
                <a:rPr b="0" i="0" lang="en-US" sz="2800" u="none" cap="none" strike="noStrike">
                  <a:solidFill>
                    <a:srgbClr val="000000"/>
                  </a:solidFill>
                  <a:latin typeface="Open Sans"/>
                  <a:ea typeface="Noto Sans SC"/>
                  <a:cs typeface="Open Sans"/>
                  <a:sym typeface="Open Sans"/>
                </a:rPr>
                <a:t>x</a:t>
              </a:r>
              <a:r>
                <a:rPr b="0" baseline="-25000" i="0" lang="en-US" sz="2800" u="none" cap="none" strike="noStrike">
                  <a:solidFill>
                    <a:srgbClr val="000000"/>
                  </a:solidFill>
                  <a:latin typeface="Open Sans"/>
                  <a:ea typeface="Noto Sans SC"/>
                  <a:cs typeface="Open Sans"/>
                  <a:sym typeface="Open Sans"/>
                </a:rPr>
                <a:t>1</a:t>
              </a:r>
              <a:endParaRPr b="0" i="0" sz="2800" u="none" cap="none" strike="noStrike">
                <a:solidFill>
                  <a:srgbClr val="000000"/>
                </a:solidFill>
                <a:latin typeface="Open Sans"/>
                <a:ea typeface="Noto Sans SC"/>
                <a:cs typeface="Open Sans"/>
                <a:sym typeface="Open Sans"/>
              </a:endParaRPr>
            </a:p>
          </p:txBody>
        </p:sp>
        <p:sp>
          <p:nvSpPr>
            <p:cNvPr id="276" name="Google Shape;276;p88"/>
            <p:cNvSpPr txBox="1"/>
            <p:nvPr/>
          </p:nvSpPr>
          <p:spPr>
            <a:xfrm>
              <a:off x="8140642" y="2008563"/>
              <a:ext cx="617905" cy="606403"/>
            </a:xfrm>
            <a:prstGeom prst="rect">
              <a:avLst/>
            </a:prstGeom>
            <a:solidFill>
              <a:schemeClr val="lt1"/>
            </a:solidFill>
            <a:ln cap="flat" cmpd="sng" w="38100">
              <a:solidFill>
                <a:srgbClr val="0C0C0C"/>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800"/>
                <a:buFont typeface="Open Sans"/>
                <a:buNone/>
              </a:pPr>
              <a:r>
                <a:rPr b="0" i="0" lang="en-US" sz="2800" u="none" cap="none" strike="noStrike">
                  <a:solidFill>
                    <a:srgbClr val="000000"/>
                  </a:solidFill>
                  <a:latin typeface="Open Sans"/>
                  <a:ea typeface="Noto Sans SC"/>
                  <a:cs typeface="Open Sans"/>
                  <a:sym typeface="Open Sans"/>
                </a:rPr>
                <a:t>x</a:t>
              </a:r>
              <a:r>
                <a:rPr b="0" baseline="-25000" i="0" lang="en-US" sz="2800" u="none" cap="none" strike="noStrike">
                  <a:solidFill>
                    <a:srgbClr val="000000"/>
                  </a:solidFill>
                  <a:latin typeface="Open Sans"/>
                  <a:ea typeface="Noto Sans SC"/>
                  <a:cs typeface="Open Sans"/>
                  <a:sym typeface="Open Sans"/>
                </a:rPr>
                <a:t>2</a:t>
              </a:r>
              <a:endParaRPr b="0" i="0" sz="2800" u="none" cap="none" strike="noStrike">
                <a:solidFill>
                  <a:srgbClr val="000000"/>
                </a:solidFill>
                <a:latin typeface="Open Sans"/>
                <a:ea typeface="Noto Sans SC"/>
                <a:cs typeface="Open Sans"/>
                <a:sym typeface="Open Sans"/>
              </a:endParaRPr>
            </a:p>
          </p:txBody>
        </p:sp>
        <p:sp>
          <p:nvSpPr>
            <p:cNvPr id="280" name="Google Shape;280;p88"/>
            <p:cNvSpPr txBox="1"/>
            <p:nvPr/>
          </p:nvSpPr>
          <p:spPr>
            <a:xfrm>
              <a:off x="7285963" y="2188602"/>
              <a:ext cx="729255" cy="606403"/>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800"/>
                <a:buFont typeface="Open Sans"/>
                <a:buNone/>
              </a:pPr>
              <a:r>
                <a:rPr b="0" i="0" lang="en-US" sz="2800" u="none" cap="none" strike="noStrike">
                  <a:solidFill>
                    <a:srgbClr val="000000"/>
                  </a:solidFill>
                  <a:latin typeface="Open Sans"/>
                  <a:ea typeface="Noto Sans SC"/>
                  <a:cs typeface="Open Sans"/>
                  <a:sym typeface="Open Sans"/>
                </a:rPr>
                <a:t>w</a:t>
              </a:r>
              <a:r>
                <a:rPr b="0" baseline="-25000" i="0" lang="en-US" sz="2800" u="none" cap="none" strike="noStrike">
                  <a:solidFill>
                    <a:srgbClr val="000000"/>
                  </a:solidFill>
                  <a:latin typeface="Open Sans"/>
                  <a:ea typeface="Noto Sans SC"/>
                  <a:cs typeface="Open Sans"/>
                  <a:sym typeface="Open Sans"/>
                </a:rPr>
                <a:t>3</a:t>
              </a:r>
              <a:endParaRPr b="0" i="0" sz="2800" u="none" cap="none" strike="noStrike">
                <a:solidFill>
                  <a:srgbClr val="000000"/>
                </a:solidFill>
                <a:latin typeface="Open Sans"/>
                <a:ea typeface="Noto Sans SC"/>
                <a:cs typeface="Open Sans"/>
                <a:sym typeface="Open Sans"/>
              </a:endParaRPr>
            </a:p>
          </p:txBody>
        </p:sp>
        <p:sp>
          <p:nvSpPr>
            <p:cNvPr id="281" name="Google Shape;281;p88"/>
            <p:cNvSpPr txBox="1"/>
            <p:nvPr/>
          </p:nvSpPr>
          <p:spPr>
            <a:xfrm>
              <a:off x="8286874" y="2548719"/>
              <a:ext cx="729255" cy="606403"/>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800"/>
                <a:buFont typeface="Open Sans"/>
                <a:buNone/>
              </a:pPr>
              <a:r>
                <a:rPr b="0" i="0" lang="en-US" sz="2800" u="none" cap="none" strike="noStrike">
                  <a:solidFill>
                    <a:srgbClr val="000000"/>
                  </a:solidFill>
                  <a:latin typeface="Open Sans"/>
                  <a:ea typeface="Noto Sans SC"/>
                  <a:cs typeface="Open Sans"/>
                  <a:sym typeface="Open Sans"/>
                </a:rPr>
                <a:t>w</a:t>
              </a:r>
              <a:r>
                <a:rPr b="0" baseline="-25000" i="0" lang="en-US" sz="2800" u="none" cap="none" strike="noStrike">
                  <a:solidFill>
                    <a:srgbClr val="000000"/>
                  </a:solidFill>
                  <a:latin typeface="Open Sans"/>
                  <a:ea typeface="Noto Sans SC"/>
                  <a:cs typeface="Open Sans"/>
                  <a:sym typeface="Open Sans"/>
                </a:rPr>
                <a:t>4</a:t>
              </a:r>
              <a:endParaRPr b="0" i="0" sz="2800" u="none" cap="none" strike="noStrike">
                <a:solidFill>
                  <a:srgbClr val="000000"/>
                </a:solidFill>
                <a:latin typeface="Open Sans"/>
                <a:ea typeface="Noto Sans SC"/>
                <a:cs typeface="Open Sans"/>
                <a:sym typeface="Open Sans"/>
              </a:endParaRPr>
            </a:p>
          </p:txBody>
        </p:sp>
      </p:grpSp>
      <p:graphicFrame>
        <p:nvGraphicFramePr>
          <p:cNvPr id="282" name="Google Shape;282;p88"/>
          <p:cNvGraphicFramePr/>
          <p:nvPr/>
        </p:nvGraphicFramePr>
        <p:xfrm>
          <a:off x="1095015" y="2938365"/>
          <a:ext cx="3000000" cy="3000000"/>
        </p:xfrm>
        <a:graphic>
          <a:graphicData uri="http://schemas.openxmlformats.org/drawingml/2006/table">
            <a:tbl>
              <a:tblPr bandRow="1" firstRow="1">
                <a:noFill/>
                <a:tableStyleId>{D61526BD-76AD-4060-A7A6-3F2923E6661E}</a:tableStyleId>
              </a:tblPr>
              <a:tblGrid>
                <a:gridCol w="877425"/>
                <a:gridCol w="877425"/>
                <a:gridCol w="877425"/>
              </a:tblGrid>
              <a:tr h="705400">
                <a:tc>
                  <a:txBody>
                    <a:bodyPr/>
                    <a:lstStyle/>
                    <a:p>
                      <a:pPr indent="0" lvl="0" marL="0" marR="0" rtl="0" algn="ctr">
                        <a:spcBef>
                          <a:spcPts val="0"/>
                        </a:spcBef>
                        <a:spcAft>
                          <a:spcPts val="0"/>
                        </a:spcAft>
                        <a:buNone/>
                      </a:pPr>
                      <a:r>
                        <a:rPr b="0" lang="en-US" sz="2800" u="none" cap="none" strike="noStrike">
                          <a:solidFill>
                            <a:schemeClr val="dk2"/>
                          </a:solidFill>
                          <a:latin typeface="Open Sans"/>
                          <a:ea typeface="Noto Sans SC"/>
                          <a:cs typeface="Open Sans"/>
                          <a:sym typeface="Open Sans"/>
                        </a:rPr>
                        <a:t>w</a:t>
                      </a:r>
                      <a:r>
                        <a:rPr b="0" baseline="-25000" lang="en-US" sz="2800" u="none" cap="none" strike="noStrike">
                          <a:solidFill>
                            <a:schemeClr val="dk2"/>
                          </a:solidFill>
                          <a:latin typeface="Open Sans"/>
                          <a:ea typeface="Noto Sans SC"/>
                          <a:cs typeface="Open Sans"/>
                          <a:sym typeface="Open Sans"/>
                        </a:rPr>
                        <a:t>1</a:t>
                      </a:r>
                      <a:endParaRPr b="0" sz="2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spcBef>
                          <a:spcPts val="0"/>
                        </a:spcBef>
                        <a:spcAft>
                          <a:spcPts val="0"/>
                        </a:spcAft>
                        <a:buNone/>
                      </a:pPr>
                      <a:r>
                        <a:rPr b="0" lang="en-US" sz="2800" u="none" cap="none" strike="noStrike">
                          <a:solidFill>
                            <a:schemeClr val="dk2"/>
                          </a:solidFill>
                          <a:latin typeface="Open Sans"/>
                          <a:ea typeface="Noto Sans SC"/>
                          <a:cs typeface="Open Sans"/>
                          <a:sym typeface="Open Sans"/>
                        </a:rPr>
                        <a:t>w</a:t>
                      </a:r>
                      <a:r>
                        <a:rPr b="0" baseline="-25000" lang="en-US" sz="2800" u="none" cap="none" strike="noStrike">
                          <a:solidFill>
                            <a:schemeClr val="dk2"/>
                          </a:solidFill>
                          <a:latin typeface="Open Sans"/>
                          <a:ea typeface="Noto Sans SC"/>
                          <a:cs typeface="Open Sans"/>
                          <a:sym typeface="Open Sans"/>
                        </a:rPr>
                        <a:t>2</a:t>
                      </a:r>
                      <a:endParaRPr b="0" sz="2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chemeClr val="dk2"/>
                        </a:buClr>
                        <a:buSzPts val="2800"/>
                        <a:buFont typeface="Open Sans"/>
                        <a:buNone/>
                      </a:pPr>
                      <a:r>
                        <a:rPr b="0" lang="en-US" sz="2800" u="none" cap="none" strike="noStrike">
                          <a:solidFill>
                            <a:schemeClr val="dk2"/>
                          </a:solidFill>
                          <a:latin typeface="Open Sans"/>
                          <a:ea typeface="Noto Sans SC"/>
                          <a:cs typeface="Open Sans"/>
                          <a:sym typeface="Open Sans"/>
                        </a:rPr>
                        <a:t>w</a:t>
                      </a:r>
                      <a:r>
                        <a:rPr b="0" baseline="-25000" lang="en-US" sz="2800" u="none" cap="none" strike="noStrike">
                          <a:solidFill>
                            <a:schemeClr val="dk2"/>
                          </a:solidFill>
                          <a:latin typeface="Open Sans"/>
                          <a:ea typeface="Noto Sans SC"/>
                          <a:cs typeface="Open Sans"/>
                          <a:sym typeface="Open Sans"/>
                        </a:rPr>
                        <a:t>3</a:t>
                      </a:r>
                      <a:endParaRPr b="0" sz="2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705400">
                <a:tc>
                  <a:txBody>
                    <a:bodyPr/>
                    <a:lstStyle/>
                    <a:p>
                      <a:pPr indent="0" lvl="0" marL="0" marR="0" rtl="0" algn="ctr">
                        <a:lnSpc>
                          <a:spcPct val="100000"/>
                        </a:lnSpc>
                        <a:spcBef>
                          <a:spcPts val="0"/>
                        </a:spcBef>
                        <a:spcAft>
                          <a:spcPts val="0"/>
                        </a:spcAft>
                        <a:buClr>
                          <a:schemeClr val="dk2"/>
                        </a:buClr>
                        <a:buSzPts val="2800"/>
                        <a:buFont typeface="Open Sans"/>
                        <a:buNone/>
                      </a:pPr>
                      <a:r>
                        <a:rPr b="0" lang="en-US" sz="2800" u="none" cap="none" strike="noStrike">
                          <a:solidFill>
                            <a:schemeClr val="dk2"/>
                          </a:solidFill>
                          <a:latin typeface="Open Sans"/>
                          <a:ea typeface="Noto Sans SC"/>
                          <a:cs typeface="Open Sans"/>
                          <a:sym typeface="Open Sans"/>
                        </a:rPr>
                        <a:t>w</a:t>
                      </a:r>
                      <a:r>
                        <a:rPr b="0" baseline="-25000" lang="en-US" sz="2800" u="none" cap="none" strike="noStrike">
                          <a:solidFill>
                            <a:schemeClr val="dk2"/>
                          </a:solidFill>
                          <a:latin typeface="Open Sans"/>
                          <a:ea typeface="Noto Sans SC"/>
                          <a:cs typeface="Open Sans"/>
                          <a:sym typeface="Open Sans"/>
                        </a:rPr>
                        <a:t>4</a:t>
                      </a:r>
                      <a:endParaRPr b="0" sz="2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chemeClr val="dk2"/>
                        </a:buClr>
                        <a:buSzPts val="2800"/>
                        <a:buFont typeface="Open Sans"/>
                        <a:buNone/>
                      </a:pPr>
                      <a:r>
                        <a:rPr b="0" lang="en-US" sz="2800" u="none" cap="none" strike="noStrike">
                          <a:solidFill>
                            <a:schemeClr val="dk2"/>
                          </a:solidFill>
                          <a:latin typeface="Open Sans"/>
                          <a:ea typeface="Noto Sans SC"/>
                          <a:cs typeface="Open Sans"/>
                          <a:sym typeface="Open Sans"/>
                        </a:rPr>
                        <a:t>w</a:t>
                      </a:r>
                      <a:r>
                        <a:rPr b="0" baseline="-25000" lang="en-US" sz="2800" u="none" cap="none" strike="noStrike">
                          <a:solidFill>
                            <a:schemeClr val="dk2"/>
                          </a:solidFill>
                          <a:latin typeface="Open Sans"/>
                          <a:ea typeface="Noto Sans SC"/>
                          <a:cs typeface="Open Sans"/>
                          <a:sym typeface="Open Sans"/>
                        </a:rPr>
                        <a:t>5</a:t>
                      </a:r>
                      <a:endParaRPr b="0" sz="2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chemeClr val="dk2"/>
                        </a:buClr>
                        <a:buSzPts val="2800"/>
                        <a:buFont typeface="Open Sans"/>
                        <a:buNone/>
                      </a:pPr>
                      <a:r>
                        <a:rPr b="0" lang="en-US" sz="2800" u="none" cap="none" strike="noStrike">
                          <a:solidFill>
                            <a:schemeClr val="dk2"/>
                          </a:solidFill>
                          <a:latin typeface="Open Sans"/>
                          <a:ea typeface="Noto Sans SC"/>
                          <a:cs typeface="Open Sans"/>
                          <a:sym typeface="Open Sans"/>
                        </a:rPr>
                        <a:t>w</a:t>
                      </a:r>
                      <a:r>
                        <a:rPr b="0" baseline="-25000" lang="en-US" sz="2800" u="none" cap="none" strike="noStrike">
                          <a:solidFill>
                            <a:schemeClr val="dk2"/>
                          </a:solidFill>
                          <a:latin typeface="Open Sans"/>
                          <a:ea typeface="Noto Sans SC"/>
                          <a:cs typeface="Open Sans"/>
                          <a:sym typeface="Open Sans"/>
                        </a:rPr>
                        <a:t>6</a:t>
                      </a:r>
                      <a:endParaRPr b="0" sz="2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705400">
                <a:tc>
                  <a:txBody>
                    <a:bodyPr/>
                    <a:lstStyle/>
                    <a:p>
                      <a:pPr indent="0" lvl="0" marL="0" marR="0" rtl="0" algn="ctr">
                        <a:lnSpc>
                          <a:spcPct val="100000"/>
                        </a:lnSpc>
                        <a:spcBef>
                          <a:spcPts val="0"/>
                        </a:spcBef>
                        <a:spcAft>
                          <a:spcPts val="0"/>
                        </a:spcAft>
                        <a:buClr>
                          <a:schemeClr val="dk2"/>
                        </a:buClr>
                        <a:buSzPts val="2800"/>
                        <a:buFont typeface="Open Sans"/>
                        <a:buNone/>
                      </a:pPr>
                      <a:r>
                        <a:rPr b="0" lang="en-US" sz="2800" u="none" cap="none" strike="noStrike">
                          <a:solidFill>
                            <a:schemeClr val="dk2"/>
                          </a:solidFill>
                          <a:latin typeface="Open Sans"/>
                          <a:ea typeface="Noto Sans SC"/>
                          <a:cs typeface="Open Sans"/>
                          <a:sym typeface="Open Sans"/>
                        </a:rPr>
                        <a:t>w</a:t>
                      </a:r>
                      <a:r>
                        <a:rPr b="0" baseline="-25000" lang="en-US" sz="2800" u="none" cap="none" strike="noStrike">
                          <a:solidFill>
                            <a:schemeClr val="dk2"/>
                          </a:solidFill>
                          <a:latin typeface="Open Sans"/>
                          <a:ea typeface="Noto Sans SC"/>
                          <a:cs typeface="Open Sans"/>
                          <a:sym typeface="Open Sans"/>
                        </a:rPr>
                        <a:t>7</a:t>
                      </a:r>
                      <a:endParaRPr b="0" sz="2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chemeClr val="dk2"/>
                        </a:buClr>
                        <a:buSzPts val="2800"/>
                        <a:buFont typeface="Open Sans"/>
                        <a:buNone/>
                      </a:pPr>
                      <a:r>
                        <a:rPr b="0" lang="en-US" sz="2800" u="none" cap="none" strike="noStrike">
                          <a:solidFill>
                            <a:schemeClr val="dk2"/>
                          </a:solidFill>
                          <a:latin typeface="Open Sans"/>
                          <a:ea typeface="Noto Sans SC"/>
                          <a:cs typeface="Open Sans"/>
                          <a:sym typeface="Open Sans"/>
                        </a:rPr>
                        <a:t>w</a:t>
                      </a:r>
                      <a:r>
                        <a:rPr b="0" baseline="-25000" lang="en-US" sz="2800" u="none" cap="none" strike="noStrike">
                          <a:solidFill>
                            <a:schemeClr val="dk2"/>
                          </a:solidFill>
                          <a:latin typeface="Open Sans"/>
                          <a:ea typeface="Noto Sans SC"/>
                          <a:cs typeface="Open Sans"/>
                          <a:sym typeface="Open Sans"/>
                        </a:rPr>
                        <a:t>8</a:t>
                      </a:r>
                      <a:endParaRPr b="0" sz="2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chemeClr val="dk2"/>
                        </a:buClr>
                        <a:buSzPts val="2800"/>
                        <a:buFont typeface="Open Sans"/>
                        <a:buNone/>
                      </a:pPr>
                      <a:r>
                        <a:rPr b="0" lang="en-US" sz="2800" u="none" cap="none" strike="noStrike">
                          <a:solidFill>
                            <a:schemeClr val="dk2"/>
                          </a:solidFill>
                          <a:latin typeface="Open Sans"/>
                          <a:ea typeface="Noto Sans SC"/>
                          <a:cs typeface="Open Sans"/>
                          <a:sym typeface="Open Sans"/>
                        </a:rPr>
                        <a:t>w</a:t>
                      </a:r>
                      <a:r>
                        <a:rPr b="0" baseline="-25000" lang="en-US" sz="2800" u="none" cap="none" strike="noStrike">
                          <a:solidFill>
                            <a:schemeClr val="dk2"/>
                          </a:solidFill>
                          <a:latin typeface="Open Sans"/>
                          <a:ea typeface="Noto Sans SC"/>
                          <a:cs typeface="Open Sans"/>
                          <a:sym typeface="Open Sans"/>
                        </a:rPr>
                        <a:t>9</a:t>
                      </a:r>
                      <a:endParaRPr b="0" sz="2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dk2"/>
                      </a:solidFill>
                      <a:prstDash val="solid"/>
                      <a:round/>
                      <a:headEnd len="sm" w="sm" type="none"/>
                      <a:tailEnd len="sm" w="sm" type="none"/>
                    </a:lnB>
                    <a:solidFill>
                      <a:srgbClr val="B9CFF9"/>
                    </a:solidFill>
                  </a:tcPr>
                </a:tc>
              </a:tr>
            </a:tbl>
          </a:graphicData>
        </a:graphic>
      </p:graphicFrame>
      <p:sp>
        <p:nvSpPr>
          <p:cNvPr id="284" name="Restored Title 1"/>
          <p:cNvSpPr txBox="1"/>
          <p:nvPr/>
        </p:nvSpPr>
        <p:spPr>
          <a:xfrm>
            <a:off x="516750" y="640238"/>
            <a:ext cx="9976104" cy="590931"/>
          </a:xfrm>
          <a:prstGeom prst="rect">
            <a:avLst/>
          </a:prstGeom>
          <a:noFill/>
        </p:spPr>
        <p:txBody>
          <a:bodyPr wrap="none" lIns="0" rIns="0" tIns="0" bIns="0" anchor="ctr">
            <a:spAutoFit/>
          </a:bodyPr>
          <a:lstStyle/>
          <a:p>
            <a:pPr algn="ctr"/>
            <a:r>
              <a:rPr sz="3600" b="1">
                <a:solidFill>
                  <a:srgbClr val="000000"/>
                </a:solidFill>
                <a:latin typeface="Noto Sans SC"/>
              </a:rPr>
              <a:t>内核和神经网络</a:t>
            </a:r>
          </a:p>
        </p:txBody>
      </p:sp>
      <p:sp xmlns:p="http://schemas.openxmlformats.org/presentationml/2006/main" xmlns:a="http://schemas.openxmlformats.org/drawingml/2006/main">
        <p:nvSpPr>
          <p:cNvPr id="283"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286" name="Shape 286"/>
        <p:cNvGrpSpPr/>
        <p:nvPr/>
      </p:nvGrpSpPr>
      <p:grpSpPr>
        <a:xfrm>
          <a:off x="0" y="0"/>
          <a:ext cx="0" cy="0"/>
          <a:chOff x="0" y="0"/>
          <a:chExt cx="0" cy="0"/>
        </a:xfrm>
      </p:grpSpPr>
      <p:cxnSp>
        <p:nvCxnSpPr>
          <p:cNvPr id="287" name="Google Shape;287;p20"/>
          <p:cNvCxnSpPr/>
          <p:nvPr/>
        </p:nvCxnSpPr>
        <p:spPr>
          <a:xfrm>
            <a:off x="5775689" y="3477143"/>
            <a:ext cx="1457772" cy="1016709"/>
          </a:xfrm>
          <a:prstGeom prst="straightConnector1">
            <a:avLst/>
          </a:prstGeom>
          <a:noFill/>
          <a:ln cap="flat" cmpd="sng" w="28575">
            <a:solidFill>
              <a:schemeClr val="accent3"/>
            </a:solidFill>
            <a:prstDash val="solid"/>
            <a:round/>
            <a:headEnd len="sm" w="sm" type="none"/>
            <a:tailEnd len="sm" w="sm" type="none"/>
          </a:ln>
        </p:spPr>
      </p:cxnSp>
      <p:sp>
        <p:nvSpPr>
          <p:cNvPr id="288" name="Google Shape;288;p20"/>
          <p:cNvSpPr txBox="1"/>
          <p:nvPr/>
        </p:nvSpPr>
        <p:spPr>
          <a:xfrm>
            <a:off x="516750" y="640238"/>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内核和神经网络</a:t>
            </a:r>
            <a:endParaRPr b="1" i="0" sz="3600" u="none" cap="none" strike="noStrike">
              <a:solidFill>
                <a:schemeClr val="dk2"/>
              </a:solidFill>
              <a:latin typeface="Open Sans"/>
              <a:ea typeface="Noto Sans SC"/>
              <a:cs typeface="Open Sans"/>
              <a:sym typeface="Open Sans"/>
            </a:endParaRPr>
          </a:p>
        </p:txBody>
      </p:sp>
      <p:pic>
        <p:nvPicPr>
          <p:cNvPr id="289" name="Google Shape;289;p20"/>
          <p:cNvPicPr preferRelativeResize="0"/>
          <p:nvPr/>
        </p:nvPicPr>
        <p:blipFill rotWithShape="1">
          <a:blip r:embed="rId3">
            <a:alphaModFix/>
          </a:blip>
          <a:srcRect b="22257" l="33949" r="48253" t="46563"/>
          <a:stretch/>
        </p:blipFill>
        <p:spPr>
          <a:xfrm>
            <a:off x="668449" y="1828800"/>
            <a:ext cx="1560945" cy="2637608"/>
          </a:xfrm>
          <a:prstGeom prst="rect">
            <a:avLst/>
          </a:prstGeom>
          <a:noFill/>
          <a:ln>
            <a:noFill/>
          </a:ln>
        </p:spPr>
      </p:pic>
      <p:sp>
        <p:nvSpPr>
          <p:cNvPr id="290" name="Google Shape;290;p20"/>
          <p:cNvSpPr txBox="1"/>
          <p:nvPr/>
        </p:nvSpPr>
        <p:spPr>
          <a:xfrm>
            <a:off x="914599" y="4888271"/>
            <a:ext cx="974947" cy="52318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Open Sans"/>
              <a:buNone/>
            </a:pPr>
            <a:r>
              <a:rPr b="0" i="0" lang="en-US" sz="1400" u="none" cap="none" strike="noStrike">
                <a:solidFill>
                  <a:schemeClr val="dk2"/>
                </a:solidFill>
                <a:latin typeface="Open Sans"/>
                <a:ea typeface="Noto Sans SC"/>
                <a:cs typeface="Open Sans"/>
                <a:sym typeface="Open Sans"/>
              </a:rPr>
              <a:t>(28, 28,1)</a:t>
            </a:r>
            <a:endParaRPr b="0" i="0" sz="1400" u="none" cap="none" strike="noStrike">
              <a:solidFill>
                <a:srgbClr val="000000"/>
              </a:solidFill>
              <a:latin typeface="Open Sans"/>
              <a:ea typeface="Noto Sans SC"/>
              <a:cs typeface="Open Sans"/>
              <a:sym typeface="Open Sans"/>
            </a:endParaRPr>
          </a:p>
          <a:p>
            <a:pPr indent="0" lvl="0" marL="0" marR="0" rtl="0" algn="ctr">
              <a:lnSpc>
                <a:spcPct val="100000"/>
              </a:lnSpc>
              <a:spcBef>
                <a:spcPts val="0"/>
              </a:spcBef>
              <a:spcAft>
                <a:spcPts val="0"/>
              </a:spcAft>
              <a:buClr>
                <a:srgbClr val="000000"/>
              </a:buClr>
              <a:buSzPts val="1400"/>
              <a:buFont typeface="Open Sans"/>
              <a:buNone/>
            </a:pPr>
            <a:r>
              <a:rPr b="0" i="0" lang="en-US" sz="1400" u="none" cap="none" strike="noStrike">
                <a:solidFill>
                  <a:schemeClr val="dk2"/>
                </a:solidFill>
                <a:latin typeface="Noto Sans SC"/>
                <a:ea typeface="Noto Sans SC"/>
                <a:cs typeface="Open Sans"/>
                <a:sym typeface="Open Sans"/>
              </a:rPr>
              <a:t>输入图像</a:t>
            </a:r>
            <a:endParaRPr b="0" i="0" sz="1400" u="none" cap="none" strike="noStrike">
              <a:solidFill>
                <a:srgbClr val="000000"/>
              </a:solidFill>
              <a:latin typeface="Open Sans"/>
              <a:ea typeface="Noto Sans SC"/>
              <a:cs typeface="Open Sans"/>
              <a:sym typeface="Open Sans"/>
            </a:endParaRPr>
          </a:p>
        </p:txBody>
      </p:sp>
      <p:sp>
        <p:nvSpPr>
          <p:cNvPr id="291" name="Google Shape;291;p20"/>
          <p:cNvSpPr txBox="1"/>
          <p:nvPr/>
        </p:nvSpPr>
        <p:spPr>
          <a:xfrm>
            <a:off x="2212437" y="4509176"/>
            <a:ext cx="1055096" cy="52318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Open Sans"/>
              <a:buNone/>
            </a:pPr>
            <a:r>
              <a:rPr b="0" i="0" lang="en-US" sz="1400" u="none" cap="none" strike="noStrike">
                <a:solidFill>
                  <a:schemeClr val="dk2"/>
                </a:solidFill>
                <a:latin typeface="Open Sans"/>
                <a:ea typeface="Noto Sans SC"/>
                <a:cs typeface="Open Sans"/>
                <a:sym typeface="Open Sans"/>
              </a:rPr>
              <a:t>(3, 3, 1, 2)</a:t>
            </a:r>
            <a:endParaRPr b="0" i="0" sz="1400" u="none" cap="none" strike="noStrike">
              <a:solidFill>
                <a:srgbClr val="000000"/>
              </a:solidFill>
              <a:latin typeface="Open Sans"/>
              <a:ea typeface="Noto Sans SC"/>
              <a:cs typeface="Open Sans"/>
              <a:sym typeface="Open Sans"/>
            </a:endParaRPr>
          </a:p>
          <a:p>
            <a:pPr indent="0" lvl="0" marL="0" marR="0" rtl="0" algn="ctr">
              <a:lnSpc>
                <a:spcPct val="100000"/>
              </a:lnSpc>
              <a:spcBef>
                <a:spcPts val="0"/>
              </a:spcBef>
              <a:spcAft>
                <a:spcPts val="0"/>
              </a:spcAft>
              <a:buClr>
                <a:srgbClr val="000000"/>
              </a:buClr>
              <a:buSzPts val="1400"/>
              <a:buFont typeface="Open Sans"/>
              <a:buNone/>
            </a:pPr>
            <a:r>
              <a:rPr b="0" i="0" lang="en-US" sz="1400" u="none" cap="none" strike="noStrike">
                <a:solidFill>
                  <a:schemeClr val="dk2"/>
                </a:solidFill>
                <a:latin typeface="Noto Sans SC"/>
                <a:ea typeface="Noto Sans SC"/>
                <a:cs typeface="Open Sans"/>
                <a:sym typeface="Open Sans"/>
              </a:rPr>
              <a:t>内核</a:t>
            </a:r>
            <a:endParaRPr b="0" i="0" sz="1400" u="none" cap="none" strike="noStrike">
              <a:solidFill>
                <a:schemeClr val="dk2"/>
              </a:solidFill>
              <a:latin typeface="Open Sans"/>
              <a:ea typeface="Noto Sans SC"/>
              <a:cs typeface="Open Sans"/>
              <a:sym typeface="Open Sans"/>
            </a:endParaRPr>
          </a:p>
        </p:txBody>
      </p:sp>
      <p:sp>
        <p:nvSpPr>
          <p:cNvPr id="292" name="Google Shape;292;p20"/>
          <p:cNvSpPr txBox="1"/>
          <p:nvPr/>
        </p:nvSpPr>
        <p:spPr>
          <a:xfrm>
            <a:off x="3229476" y="3861836"/>
            <a:ext cx="1029448" cy="52318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Open Sans"/>
              <a:buNone/>
            </a:pPr>
            <a:r>
              <a:rPr b="0" i="0" lang="en-US" sz="1400" u="none" cap="none" strike="noStrike">
                <a:solidFill>
                  <a:schemeClr val="dk2"/>
                </a:solidFill>
                <a:latin typeface="Open Sans"/>
                <a:ea typeface="Noto Sans SC"/>
                <a:cs typeface="Open Sans"/>
                <a:sym typeface="Open Sans"/>
              </a:rPr>
              <a:t>(28, 28, 2)</a:t>
            </a:r>
            <a:endParaRPr b="0" i="0" sz="1400" u="none" cap="none" strike="noStrike">
              <a:solidFill>
                <a:srgbClr val="000000"/>
              </a:solidFill>
              <a:latin typeface="Open Sans"/>
              <a:ea typeface="Noto Sans SC"/>
              <a:cs typeface="Open Sans"/>
              <a:sym typeface="Open Sans"/>
            </a:endParaRPr>
          </a:p>
          <a:p>
            <a:pPr indent="0" lvl="0" marL="0" marR="0" rtl="0" algn="ctr">
              <a:lnSpc>
                <a:spcPct val="100000"/>
              </a:lnSpc>
              <a:spcBef>
                <a:spcPts val="0"/>
              </a:spcBef>
              <a:spcAft>
                <a:spcPts val="0"/>
              </a:spcAft>
              <a:buClr>
                <a:srgbClr val="000000"/>
              </a:buClr>
              <a:buSzPts val="1400"/>
              <a:buFont typeface="Open Sans"/>
              <a:buNone/>
            </a:pPr>
            <a:r>
              <a:rPr b="0" i="0" lang="en-US" sz="1400" u="none" cap="none" strike="noStrike">
                <a:solidFill>
                  <a:schemeClr val="dk2"/>
                </a:solidFill>
                <a:latin typeface="Noto Sans SC"/>
                <a:ea typeface="Noto Sans SC"/>
                <a:cs typeface="Open Sans"/>
                <a:sym typeface="Open Sans"/>
              </a:rPr>
              <a:t>堆叠图像</a:t>
            </a:r>
            <a:endParaRPr b="0" i="0" sz="1400" u="none" cap="none" strike="noStrike">
              <a:solidFill>
                <a:srgbClr val="000000"/>
              </a:solidFill>
              <a:latin typeface="Open Sans"/>
              <a:ea typeface="Noto Sans SC"/>
              <a:cs typeface="Open Sans"/>
              <a:sym typeface="Open Sans"/>
            </a:endParaRPr>
          </a:p>
        </p:txBody>
      </p:sp>
      <p:sp>
        <p:nvSpPr>
          <p:cNvPr id="293" name="Google Shape;293;p20"/>
          <p:cNvSpPr txBox="1"/>
          <p:nvPr/>
        </p:nvSpPr>
        <p:spPr>
          <a:xfrm>
            <a:off x="4394161" y="4509175"/>
            <a:ext cx="1055096" cy="52318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Open Sans"/>
              <a:buNone/>
            </a:pPr>
            <a:r>
              <a:rPr b="0" i="0" lang="en-US" sz="1400" u="none" cap="none" strike="noStrike">
                <a:solidFill>
                  <a:schemeClr val="dk2"/>
                </a:solidFill>
                <a:latin typeface="Open Sans"/>
                <a:ea typeface="Noto Sans SC"/>
                <a:cs typeface="Open Sans"/>
                <a:sym typeface="Open Sans"/>
              </a:rPr>
              <a:t>(3, 3, 2, 2)</a:t>
            </a:r>
            <a:endParaRPr b="0" i="0" sz="1400" u="none" cap="none" strike="noStrike">
              <a:solidFill>
                <a:srgbClr val="000000"/>
              </a:solidFill>
              <a:latin typeface="Open Sans"/>
              <a:ea typeface="Noto Sans SC"/>
              <a:cs typeface="Open Sans"/>
              <a:sym typeface="Open Sans"/>
            </a:endParaRPr>
          </a:p>
          <a:p>
            <a:pPr indent="0" lvl="0" marL="0" marR="0" rtl="0" algn="ctr">
              <a:lnSpc>
                <a:spcPct val="100000"/>
              </a:lnSpc>
              <a:spcBef>
                <a:spcPts val="0"/>
              </a:spcBef>
              <a:spcAft>
                <a:spcPts val="0"/>
              </a:spcAft>
              <a:buClr>
                <a:srgbClr val="000000"/>
              </a:buClr>
              <a:buSzPts val="1400"/>
              <a:buFont typeface="Open Sans"/>
              <a:buNone/>
            </a:pPr>
            <a:r>
              <a:rPr b="0" i="0" lang="en-US" sz="1400" u="none" cap="none" strike="noStrike">
                <a:solidFill>
                  <a:schemeClr val="dk2"/>
                </a:solidFill>
                <a:latin typeface="Noto Sans SC"/>
                <a:ea typeface="Noto Sans SC"/>
                <a:cs typeface="Open Sans"/>
                <a:sym typeface="Open Sans"/>
              </a:rPr>
              <a:t>内核</a:t>
            </a:r>
            <a:endParaRPr b="0" i="0" sz="1400" u="none" cap="none" strike="noStrike">
              <a:solidFill>
                <a:schemeClr val="dk2"/>
              </a:solidFill>
              <a:latin typeface="Open Sans"/>
              <a:ea typeface="Noto Sans SC"/>
              <a:cs typeface="Open Sans"/>
              <a:sym typeface="Open Sans"/>
            </a:endParaRPr>
          </a:p>
        </p:txBody>
      </p:sp>
      <p:sp>
        <p:nvSpPr>
          <p:cNvPr id="294" name="Google Shape;294;p20"/>
          <p:cNvSpPr txBox="1"/>
          <p:nvPr/>
        </p:nvSpPr>
        <p:spPr>
          <a:xfrm>
            <a:off x="5565801" y="3872269"/>
            <a:ext cx="1029448" cy="52318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Open Sans"/>
              <a:buNone/>
            </a:pPr>
            <a:r>
              <a:rPr b="0" i="0" lang="en-US" sz="1400" u="none" cap="none" strike="noStrike">
                <a:solidFill>
                  <a:schemeClr val="dk2"/>
                </a:solidFill>
                <a:latin typeface="Open Sans"/>
                <a:ea typeface="Noto Sans SC"/>
                <a:cs typeface="Open Sans"/>
                <a:sym typeface="Open Sans"/>
              </a:rPr>
              <a:t>(28, 28, 2)</a:t>
            </a:r>
            <a:endParaRPr b="0" i="0" sz="1400" u="none" cap="none" strike="noStrike">
              <a:solidFill>
                <a:srgbClr val="000000"/>
              </a:solidFill>
              <a:latin typeface="Open Sans"/>
              <a:ea typeface="Noto Sans SC"/>
              <a:cs typeface="Open Sans"/>
              <a:sym typeface="Open Sans"/>
            </a:endParaRPr>
          </a:p>
          <a:p>
            <a:pPr indent="0" lvl="0" marL="0" marR="0" rtl="0" algn="ctr">
              <a:lnSpc>
                <a:spcPct val="100000"/>
              </a:lnSpc>
              <a:spcBef>
                <a:spcPts val="0"/>
              </a:spcBef>
              <a:spcAft>
                <a:spcPts val="0"/>
              </a:spcAft>
              <a:buClr>
                <a:srgbClr val="000000"/>
              </a:buClr>
              <a:buSzPts val="1400"/>
              <a:buFont typeface="Open Sans"/>
              <a:buNone/>
            </a:pPr>
            <a:r>
              <a:rPr b="0" i="0" lang="en-US" sz="1400" u="none" cap="none" strike="noStrike">
                <a:solidFill>
                  <a:schemeClr val="dk2"/>
                </a:solidFill>
                <a:latin typeface="Noto Sans SC"/>
                <a:ea typeface="Noto Sans SC"/>
                <a:cs typeface="Open Sans"/>
                <a:sym typeface="Open Sans"/>
              </a:rPr>
              <a:t>堆叠图像</a:t>
            </a:r>
            <a:endParaRPr b="0" i="0" sz="1400" u="none" cap="none" strike="noStrike">
              <a:solidFill>
                <a:schemeClr val="dk2"/>
              </a:solidFill>
              <a:latin typeface="Open Sans"/>
              <a:ea typeface="Noto Sans SC"/>
              <a:cs typeface="Open Sans"/>
              <a:sym typeface="Open Sans"/>
            </a:endParaRPr>
          </a:p>
        </p:txBody>
      </p:sp>
      <p:graphicFrame>
        <p:nvGraphicFramePr>
          <p:cNvPr id="295" name="Google Shape;295;p20"/>
          <p:cNvGraphicFramePr/>
          <p:nvPr/>
        </p:nvGraphicFramePr>
        <p:xfrm>
          <a:off x="7206671" y="1555750"/>
          <a:ext cx="3000000" cy="3000000"/>
        </p:xfrm>
        <a:graphic>
          <a:graphicData uri="http://schemas.openxmlformats.org/drawingml/2006/table">
            <a:tbl>
              <a:tblPr bandRow="1" firstRow="1">
                <a:noFill/>
                <a:tableStyleId>{12C8CB8B-E5CB-499C-984B-79234ABCCBC8}</a:tableStyleId>
              </a:tblPr>
              <a:tblGrid>
                <a:gridCol w="280325"/>
              </a:tblGrid>
              <a:tr h="370850">
                <a:tc>
                  <a:txBody>
                    <a:bodyPr/>
                    <a:lstStyle/>
                    <a:p>
                      <a:pPr indent="0" lvl="0" marL="0" marR="0" rtl="0" algn="l">
                        <a:lnSpc>
                          <a:spcPct val="100000"/>
                        </a:lnSpc>
                        <a:spcBef>
                          <a:spcPts val="0"/>
                        </a:spcBef>
                        <a:spcAft>
                          <a:spcPts val="0"/>
                        </a:spcAft>
                        <a:buClr>
                          <a:srgbClr val="000000"/>
                        </a:buClr>
                        <a:buSzPts val="1800"/>
                        <a:buFont typeface="Open Sans"/>
                        <a:buNone/>
                      </a:pPr>
                      <a:r>
                        <a:t/>
                      </a:r>
                      <a:endParaRPr sz="1800" u="none" cap="none" strike="noStrike">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1"/>
                    </a:solidFill>
                  </a:tcPr>
                </a:tc>
              </a:tr>
              <a:tr h="370850">
                <a:tc>
                  <a:txBody>
                    <a:bodyPr/>
                    <a:lstStyle/>
                    <a:p>
                      <a:pPr indent="0" lvl="0" marL="0" marR="0" rtl="0" algn="l">
                        <a:lnSpc>
                          <a:spcPct val="100000"/>
                        </a:lnSpc>
                        <a:spcBef>
                          <a:spcPts val="0"/>
                        </a:spcBef>
                        <a:spcAft>
                          <a:spcPts val="0"/>
                        </a:spcAft>
                        <a:buClr>
                          <a:srgbClr val="000000"/>
                        </a:buClr>
                        <a:buSzPts val="1800"/>
                        <a:buFont typeface="Open Sans"/>
                        <a:buNone/>
                      </a:pPr>
                      <a:r>
                        <a:t/>
                      </a:r>
                      <a:endParaRPr sz="1800" u="none" cap="none" strike="noStrike">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262626"/>
                    </a:solidFill>
                  </a:tcPr>
                </a:tc>
              </a:tr>
              <a:tr h="370850">
                <a:tc>
                  <a:txBody>
                    <a:bodyPr/>
                    <a:lstStyle/>
                    <a:p>
                      <a:pPr indent="0" lvl="0" marL="0" marR="0" rtl="0" algn="l">
                        <a:lnSpc>
                          <a:spcPct val="100000"/>
                        </a:lnSpc>
                        <a:spcBef>
                          <a:spcPts val="0"/>
                        </a:spcBef>
                        <a:spcAft>
                          <a:spcPts val="0"/>
                        </a:spcAft>
                        <a:buClr>
                          <a:srgbClr val="000000"/>
                        </a:buClr>
                        <a:buSzPts val="1800"/>
                        <a:buFont typeface="Open Sans"/>
                        <a:buNone/>
                      </a:pPr>
                      <a:r>
                        <a:t/>
                      </a:r>
                      <a:endParaRPr sz="1800" u="none" cap="none" strike="noStrike">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F3F3F"/>
                    </a:solidFill>
                  </a:tcPr>
                </a:tc>
              </a:tr>
              <a:tr h="370850">
                <a:tc>
                  <a:txBody>
                    <a:bodyPr/>
                    <a:lstStyle/>
                    <a:p>
                      <a:pPr indent="0" lvl="0" marL="0" marR="0" rtl="0" algn="l">
                        <a:lnSpc>
                          <a:spcPct val="100000"/>
                        </a:lnSpc>
                        <a:spcBef>
                          <a:spcPts val="0"/>
                        </a:spcBef>
                        <a:spcAft>
                          <a:spcPts val="0"/>
                        </a:spcAft>
                        <a:buClr>
                          <a:srgbClr val="000000"/>
                        </a:buClr>
                        <a:buSzPts val="1800"/>
                        <a:buFont typeface="Open Sans"/>
                        <a:buNone/>
                      </a:pPr>
                      <a:r>
                        <a:t/>
                      </a:r>
                      <a:endParaRPr sz="1800" u="none" cap="none" strike="noStrike">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868686"/>
                    </a:solidFill>
                  </a:tcPr>
                </a:tc>
              </a:tr>
              <a:tr h="370850">
                <a:tc>
                  <a:txBody>
                    <a:bodyPr/>
                    <a:lstStyle/>
                    <a:p>
                      <a:pPr indent="0" lvl="0" marL="0" marR="0" rtl="0" algn="l">
                        <a:lnSpc>
                          <a:spcPct val="100000"/>
                        </a:lnSpc>
                        <a:spcBef>
                          <a:spcPts val="0"/>
                        </a:spcBef>
                        <a:spcAft>
                          <a:spcPts val="0"/>
                        </a:spcAft>
                        <a:buClr>
                          <a:srgbClr val="000000"/>
                        </a:buClr>
                        <a:buSzPts val="1800"/>
                        <a:buFont typeface="Open Sans"/>
                        <a:buNone/>
                      </a:pPr>
                      <a:r>
                        <a:t/>
                      </a:r>
                      <a:endParaRPr sz="1800" u="none" cap="none" strike="noStrike">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0C0C0C"/>
                    </a:solidFill>
                  </a:tcPr>
                </a:tc>
              </a:tr>
              <a:tr h="370850">
                <a:tc>
                  <a:txBody>
                    <a:bodyPr/>
                    <a:lstStyle/>
                    <a:p>
                      <a:pPr indent="0" lvl="0" marL="0" marR="0" rtl="0" algn="l">
                        <a:lnSpc>
                          <a:spcPct val="100000"/>
                        </a:lnSpc>
                        <a:spcBef>
                          <a:spcPts val="0"/>
                        </a:spcBef>
                        <a:spcAft>
                          <a:spcPts val="0"/>
                        </a:spcAft>
                        <a:buClr>
                          <a:srgbClr val="000000"/>
                        </a:buClr>
                        <a:buSzPts val="1800"/>
                        <a:buFont typeface="Open Sans"/>
                        <a:buNone/>
                      </a:pPr>
                      <a:r>
                        <a:t/>
                      </a:r>
                      <a:endParaRPr sz="1800" u="none" cap="none" strike="noStrike">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262626"/>
                    </a:solidFill>
                  </a:tcPr>
                </a:tc>
              </a:tr>
              <a:tr h="370850">
                <a:tc>
                  <a:txBody>
                    <a:bodyPr/>
                    <a:lstStyle/>
                    <a:p>
                      <a:pPr indent="0" lvl="0" marL="0" marR="0" rtl="0" algn="l">
                        <a:lnSpc>
                          <a:spcPct val="100000"/>
                        </a:lnSpc>
                        <a:spcBef>
                          <a:spcPts val="0"/>
                        </a:spcBef>
                        <a:spcAft>
                          <a:spcPts val="0"/>
                        </a:spcAft>
                        <a:buClr>
                          <a:srgbClr val="000000"/>
                        </a:buClr>
                        <a:buSzPts val="1800"/>
                        <a:buFont typeface="Open Sans"/>
                        <a:buNone/>
                      </a:pPr>
                      <a:r>
                        <a:t/>
                      </a:r>
                      <a:endParaRPr sz="1800" u="none" cap="none" strike="noStrike">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868686"/>
                    </a:solidFill>
                  </a:tcPr>
                </a:tc>
              </a:tr>
              <a:tr h="370850">
                <a:tc>
                  <a:txBody>
                    <a:bodyPr/>
                    <a:lstStyle/>
                    <a:p>
                      <a:pPr indent="0" lvl="0" marL="0" marR="0" rtl="0" algn="l">
                        <a:lnSpc>
                          <a:spcPct val="100000"/>
                        </a:lnSpc>
                        <a:spcBef>
                          <a:spcPts val="0"/>
                        </a:spcBef>
                        <a:spcAft>
                          <a:spcPts val="0"/>
                        </a:spcAft>
                        <a:buClr>
                          <a:srgbClr val="000000"/>
                        </a:buClr>
                        <a:buSzPts val="1800"/>
                        <a:buFont typeface="Open Sans"/>
                        <a:buNone/>
                      </a:pPr>
                      <a:r>
                        <a:t/>
                      </a:r>
                      <a:endParaRPr sz="1800" u="none" cap="none" strike="noStrike">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bl>
          </a:graphicData>
        </a:graphic>
      </p:graphicFrame>
      <p:sp>
        <p:nvSpPr>
          <p:cNvPr id="296" name="Google Shape;296;p20"/>
          <p:cNvSpPr txBox="1"/>
          <p:nvPr/>
        </p:nvSpPr>
        <p:spPr>
          <a:xfrm>
            <a:off x="6872440" y="4877479"/>
            <a:ext cx="902811" cy="738664"/>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Open Sans"/>
              <a:buNone/>
            </a:pPr>
            <a:r>
              <a:rPr b="0" i="0" lang="en-US" sz="1400" u="none" cap="none" strike="noStrike">
                <a:solidFill>
                  <a:schemeClr val="dk2"/>
                </a:solidFill>
                <a:latin typeface="Open Sans"/>
                <a:ea typeface="Noto Sans SC"/>
                <a:cs typeface="Open Sans"/>
                <a:sym typeface="Open Sans"/>
              </a:rPr>
              <a:t>(1568)</a:t>
            </a:r>
            <a:endParaRPr b="0" i="0" sz="1400" u="none" cap="none" strike="noStrike">
              <a:solidFill>
                <a:srgbClr val="000000"/>
              </a:solidFill>
              <a:latin typeface="Open Sans"/>
              <a:ea typeface="Noto Sans SC"/>
              <a:cs typeface="Open Sans"/>
              <a:sym typeface="Open Sans"/>
            </a:endParaRPr>
          </a:p>
          <a:p>
            <a:pPr indent="0" lvl="0" marL="0" marR="0" rtl="0" algn="ctr">
              <a:lnSpc>
                <a:spcPct val="100000"/>
              </a:lnSpc>
              <a:spcBef>
                <a:spcPts val="0"/>
              </a:spcBef>
              <a:spcAft>
                <a:spcPts val="0"/>
              </a:spcAft>
              <a:buClr>
                <a:srgbClr val="000000"/>
              </a:buClr>
              <a:buSzPts val="1400"/>
              <a:buFont typeface="Open Sans"/>
              <a:buNone/>
            </a:pPr>
            <a:r>
              <a:rPr b="0" i="0" lang="en-US" sz="1400" u="none" cap="none" strike="noStrike">
                <a:solidFill>
                  <a:schemeClr val="dk2"/>
                </a:solidFill>
                <a:latin typeface="Noto Sans SC"/>
                <a:ea typeface="Noto Sans SC"/>
                <a:cs typeface="Open Sans"/>
                <a:sym typeface="Open Sans"/>
              </a:rPr>
              <a:t>展平后的</a:t>
            </a:r>
            <a:br>
              <a:rPr b="0" i="0" lang="en-US" sz="1400" u="none" cap="none" strike="noStrike">
                <a:solidFill>
                  <a:schemeClr val="dk2"/>
                </a:solidFill>
                <a:latin typeface="Open Sans"/>
                <a:ea typeface="Noto Sans SC"/>
                <a:cs typeface="Open Sans"/>
                <a:sym typeface="Open Sans"/>
              </a:rPr>
            </a:br>
            <a:r>
              <a:rPr b="0" i="0" lang="en-US" sz="1400" u="none" cap="none" strike="noStrike">
                <a:solidFill>
                  <a:schemeClr val="dk2"/>
                </a:solidFill>
                <a:latin typeface="Noto Sans SC"/>
                <a:ea typeface="Noto Sans SC"/>
                <a:cs typeface="Open Sans"/>
                <a:sym typeface="Open Sans"/>
              </a:rPr>
              <a:t>图像向量</a:t>
            </a:r>
            <a:endParaRPr b="0" i="0" sz="1400" u="none" cap="none" strike="noStrike">
              <a:solidFill>
                <a:srgbClr val="000000"/>
              </a:solidFill>
              <a:latin typeface="Open Sans"/>
              <a:ea typeface="Noto Sans SC"/>
              <a:cs typeface="Open Sans"/>
              <a:sym typeface="Open Sans"/>
            </a:endParaRPr>
          </a:p>
        </p:txBody>
      </p:sp>
      <p:sp>
        <p:nvSpPr>
          <p:cNvPr id="297" name="Google Shape;297;p20"/>
          <p:cNvSpPr/>
          <p:nvPr/>
        </p:nvSpPr>
        <p:spPr>
          <a:xfrm>
            <a:off x="8071514" y="1661195"/>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298" name="Google Shape;298;p20"/>
          <p:cNvSpPr/>
          <p:nvPr/>
        </p:nvSpPr>
        <p:spPr>
          <a:xfrm>
            <a:off x="8068810" y="4032430"/>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299" name="Google Shape;299;p20"/>
          <p:cNvSpPr/>
          <p:nvPr/>
        </p:nvSpPr>
        <p:spPr>
          <a:xfrm>
            <a:off x="8068810" y="4257211"/>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300" name="Google Shape;300;p20"/>
          <p:cNvSpPr/>
          <p:nvPr/>
        </p:nvSpPr>
        <p:spPr>
          <a:xfrm>
            <a:off x="8713976" y="1661195"/>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301" name="Google Shape;301;p20"/>
          <p:cNvSpPr/>
          <p:nvPr/>
        </p:nvSpPr>
        <p:spPr>
          <a:xfrm>
            <a:off x="8711273" y="4032430"/>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302" name="Google Shape;302;p20"/>
          <p:cNvSpPr/>
          <p:nvPr/>
        </p:nvSpPr>
        <p:spPr>
          <a:xfrm>
            <a:off x="8711273" y="4257211"/>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303" name="Google Shape;303;p20"/>
          <p:cNvSpPr/>
          <p:nvPr/>
        </p:nvSpPr>
        <p:spPr>
          <a:xfrm>
            <a:off x="9517236" y="4532666"/>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grpSp>
        <p:nvGrpSpPr>
          <p:cNvPr id="304" name="Google Shape;304;p20"/>
          <p:cNvGrpSpPr/>
          <p:nvPr/>
        </p:nvGrpSpPr>
        <p:grpSpPr>
          <a:xfrm>
            <a:off x="8262559" y="1754334"/>
            <a:ext cx="451417" cy="2596016"/>
            <a:chOff x="8429876" y="1754334"/>
            <a:chExt cx="284100" cy="2596016"/>
          </a:xfrm>
        </p:grpSpPr>
        <p:cxnSp>
          <p:nvCxnSpPr>
            <p:cNvPr id="305" name="Google Shape;305;p20"/>
            <p:cNvCxnSpPr>
              <a:endCxn id="300" idx="2"/>
            </p:cNvCxnSpPr>
            <p:nvPr/>
          </p:nvCxnSpPr>
          <p:spPr>
            <a:xfrm flipH="1" rot="10800000">
              <a:off x="8429876" y="1754334"/>
              <a:ext cx="284100" cy="2595900"/>
            </a:xfrm>
            <a:prstGeom prst="straightConnector1">
              <a:avLst/>
            </a:prstGeom>
            <a:noFill/>
            <a:ln cap="flat" cmpd="sng" w="28575">
              <a:solidFill>
                <a:srgbClr val="7F7F7F"/>
              </a:solidFill>
              <a:prstDash val="solid"/>
              <a:round/>
              <a:headEnd len="sm" w="sm" type="none"/>
              <a:tailEnd len="sm" w="sm" type="none"/>
            </a:ln>
          </p:spPr>
        </p:cxnSp>
        <p:cxnSp>
          <p:nvCxnSpPr>
            <p:cNvPr id="306" name="Google Shape;306;p20"/>
            <p:cNvCxnSpPr>
              <a:endCxn id="301" idx="2"/>
            </p:cNvCxnSpPr>
            <p:nvPr/>
          </p:nvCxnSpPr>
          <p:spPr>
            <a:xfrm flipH="1" rot="10800000">
              <a:off x="8431175" y="4125569"/>
              <a:ext cx="281100" cy="224700"/>
            </a:xfrm>
            <a:prstGeom prst="straightConnector1">
              <a:avLst/>
            </a:prstGeom>
            <a:noFill/>
            <a:ln cap="flat" cmpd="sng" w="28575">
              <a:solidFill>
                <a:srgbClr val="7F7F7F"/>
              </a:solidFill>
              <a:prstDash val="solid"/>
              <a:round/>
              <a:headEnd len="sm" w="sm" type="none"/>
              <a:tailEnd len="sm" w="sm" type="none"/>
            </a:ln>
          </p:spPr>
        </p:cxnSp>
        <p:cxnSp>
          <p:nvCxnSpPr>
            <p:cNvPr id="307" name="Google Shape;307;p20"/>
            <p:cNvCxnSpPr>
              <a:endCxn id="302" idx="2"/>
            </p:cNvCxnSpPr>
            <p:nvPr/>
          </p:nvCxnSpPr>
          <p:spPr>
            <a:xfrm>
              <a:off x="8431175" y="4350350"/>
              <a:ext cx="281100" cy="0"/>
            </a:xfrm>
            <a:prstGeom prst="straightConnector1">
              <a:avLst/>
            </a:prstGeom>
            <a:noFill/>
            <a:ln cap="flat" cmpd="sng" w="28575">
              <a:solidFill>
                <a:srgbClr val="7F7F7F"/>
              </a:solidFill>
              <a:prstDash val="solid"/>
              <a:round/>
              <a:headEnd len="sm" w="sm" type="none"/>
              <a:tailEnd len="sm" w="sm" type="none"/>
            </a:ln>
          </p:spPr>
        </p:cxnSp>
        <p:cxnSp>
          <p:nvCxnSpPr>
            <p:cNvPr id="308" name="Google Shape;308;p20"/>
            <p:cNvCxnSpPr>
              <a:endCxn id="300" idx="2"/>
            </p:cNvCxnSpPr>
            <p:nvPr/>
          </p:nvCxnSpPr>
          <p:spPr>
            <a:xfrm>
              <a:off x="8432876" y="1754334"/>
              <a:ext cx="281100" cy="0"/>
            </a:xfrm>
            <a:prstGeom prst="straightConnector1">
              <a:avLst/>
            </a:prstGeom>
            <a:noFill/>
            <a:ln cap="flat" cmpd="sng" w="28575">
              <a:solidFill>
                <a:srgbClr val="7F7F7F"/>
              </a:solidFill>
              <a:prstDash val="solid"/>
              <a:round/>
              <a:headEnd len="sm" w="sm" type="none"/>
              <a:tailEnd len="sm" w="sm" type="none"/>
            </a:ln>
          </p:spPr>
        </p:cxnSp>
        <p:cxnSp>
          <p:nvCxnSpPr>
            <p:cNvPr id="309" name="Google Shape;309;p20"/>
            <p:cNvCxnSpPr>
              <a:endCxn id="301" idx="2"/>
            </p:cNvCxnSpPr>
            <p:nvPr/>
          </p:nvCxnSpPr>
          <p:spPr>
            <a:xfrm>
              <a:off x="8433875" y="1754369"/>
              <a:ext cx="278400" cy="2371200"/>
            </a:xfrm>
            <a:prstGeom prst="straightConnector1">
              <a:avLst/>
            </a:prstGeom>
            <a:noFill/>
            <a:ln cap="flat" cmpd="sng" w="28575">
              <a:solidFill>
                <a:srgbClr val="7F7F7F"/>
              </a:solidFill>
              <a:prstDash val="solid"/>
              <a:round/>
              <a:headEnd len="sm" w="sm" type="none"/>
              <a:tailEnd len="sm" w="sm" type="none"/>
            </a:ln>
          </p:spPr>
        </p:cxnSp>
        <p:cxnSp>
          <p:nvCxnSpPr>
            <p:cNvPr id="310" name="Google Shape;310;p20"/>
            <p:cNvCxnSpPr>
              <a:endCxn id="302" idx="2"/>
            </p:cNvCxnSpPr>
            <p:nvPr/>
          </p:nvCxnSpPr>
          <p:spPr>
            <a:xfrm>
              <a:off x="8433875" y="1754450"/>
              <a:ext cx="278400" cy="2595900"/>
            </a:xfrm>
            <a:prstGeom prst="straightConnector1">
              <a:avLst/>
            </a:prstGeom>
            <a:noFill/>
            <a:ln cap="flat" cmpd="sng" w="28575">
              <a:solidFill>
                <a:srgbClr val="7F7F7F"/>
              </a:solidFill>
              <a:prstDash val="solid"/>
              <a:round/>
              <a:headEnd len="sm" w="sm" type="none"/>
              <a:tailEnd len="sm" w="sm" type="none"/>
            </a:ln>
          </p:spPr>
        </p:cxnSp>
        <p:cxnSp>
          <p:nvCxnSpPr>
            <p:cNvPr id="311" name="Google Shape;311;p20"/>
            <p:cNvCxnSpPr>
              <a:endCxn id="300" idx="2"/>
            </p:cNvCxnSpPr>
            <p:nvPr/>
          </p:nvCxnSpPr>
          <p:spPr>
            <a:xfrm flipH="1" rot="10800000">
              <a:off x="8429876" y="1754334"/>
              <a:ext cx="284100" cy="2371200"/>
            </a:xfrm>
            <a:prstGeom prst="straightConnector1">
              <a:avLst/>
            </a:prstGeom>
            <a:noFill/>
            <a:ln cap="flat" cmpd="sng" w="28575">
              <a:solidFill>
                <a:srgbClr val="7F7F7F"/>
              </a:solidFill>
              <a:prstDash val="solid"/>
              <a:round/>
              <a:headEnd len="sm" w="sm" type="none"/>
              <a:tailEnd len="sm" w="sm" type="none"/>
            </a:ln>
          </p:spPr>
        </p:cxnSp>
        <p:cxnSp>
          <p:nvCxnSpPr>
            <p:cNvPr id="312" name="Google Shape;312;p20"/>
            <p:cNvCxnSpPr>
              <a:endCxn id="301" idx="2"/>
            </p:cNvCxnSpPr>
            <p:nvPr/>
          </p:nvCxnSpPr>
          <p:spPr>
            <a:xfrm>
              <a:off x="8431175" y="4125569"/>
              <a:ext cx="281100" cy="0"/>
            </a:xfrm>
            <a:prstGeom prst="straightConnector1">
              <a:avLst/>
            </a:prstGeom>
            <a:noFill/>
            <a:ln cap="flat" cmpd="sng" w="28575">
              <a:solidFill>
                <a:srgbClr val="7F7F7F"/>
              </a:solidFill>
              <a:prstDash val="solid"/>
              <a:round/>
              <a:headEnd len="sm" w="sm" type="none"/>
              <a:tailEnd len="sm" w="sm" type="none"/>
            </a:ln>
          </p:spPr>
        </p:cxnSp>
        <p:cxnSp>
          <p:nvCxnSpPr>
            <p:cNvPr id="313" name="Google Shape;313;p20"/>
            <p:cNvCxnSpPr>
              <a:endCxn id="302" idx="2"/>
            </p:cNvCxnSpPr>
            <p:nvPr/>
          </p:nvCxnSpPr>
          <p:spPr>
            <a:xfrm>
              <a:off x="8431175" y="4125650"/>
              <a:ext cx="281100" cy="224700"/>
            </a:xfrm>
            <a:prstGeom prst="straightConnector1">
              <a:avLst/>
            </a:prstGeom>
            <a:noFill/>
            <a:ln cap="flat" cmpd="sng" w="28575">
              <a:solidFill>
                <a:srgbClr val="7F7F7F"/>
              </a:solidFill>
              <a:prstDash val="solid"/>
              <a:round/>
              <a:headEnd len="sm" w="sm" type="none"/>
              <a:tailEnd len="sm" w="sm" type="none"/>
            </a:ln>
          </p:spPr>
        </p:cxnSp>
      </p:grpSp>
      <p:sp>
        <p:nvSpPr>
          <p:cNvPr id="314" name="Google Shape;314;p20"/>
          <p:cNvSpPr/>
          <p:nvPr/>
        </p:nvSpPr>
        <p:spPr>
          <a:xfrm>
            <a:off x="9514576" y="4174453"/>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315" name="Google Shape;315;p20"/>
          <p:cNvSpPr/>
          <p:nvPr/>
        </p:nvSpPr>
        <p:spPr>
          <a:xfrm>
            <a:off x="9517236" y="3814915"/>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316" name="Google Shape;316;p20"/>
          <p:cNvSpPr/>
          <p:nvPr/>
        </p:nvSpPr>
        <p:spPr>
          <a:xfrm>
            <a:off x="9514576" y="3456702"/>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317" name="Google Shape;317;p20"/>
          <p:cNvSpPr/>
          <p:nvPr/>
        </p:nvSpPr>
        <p:spPr>
          <a:xfrm>
            <a:off x="9517236" y="3082242"/>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318" name="Google Shape;318;p20"/>
          <p:cNvSpPr/>
          <p:nvPr/>
        </p:nvSpPr>
        <p:spPr>
          <a:xfrm>
            <a:off x="9514576" y="2724029"/>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319" name="Google Shape;319;p20"/>
          <p:cNvSpPr/>
          <p:nvPr/>
        </p:nvSpPr>
        <p:spPr>
          <a:xfrm>
            <a:off x="9522129" y="2366398"/>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320" name="Google Shape;320;p20"/>
          <p:cNvSpPr/>
          <p:nvPr/>
        </p:nvSpPr>
        <p:spPr>
          <a:xfrm>
            <a:off x="9519469" y="2008184"/>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321" name="Google Shape;321;p20"/>
          <p:cNvSpPr/>
          <p:nvPr/>
        </p:nvSpPr>
        <p:spPr>
          <a:xfrm>
            <a:off x="9517236" y="1650553"/>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322" name="Google Shape;322;p20"/>
          <p:cNvSpPr/>
          <p:nvPr/>
        </p:nvSpPr>
        <p:spPr>
          <a:xfrm>
            <a:off x="9514576" y="1292340"/>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grpSp>
        <p:nvGrpSpPr>
          <p:cNvPr id="323" name="Google Shape;323;p20"/>
          <p:cNvGrpSpPr/>
          <p:nvPr/>
        </p:nvGrpSpPr>
        <p:grpSpPr>
          <a:xfrm>
            <a:off x="8898517" y="1385479"/>
            <a:ext cx="623612" cy="3240326"/>
            <a:chOff x="9127630" y="1385479"/>
            <a:chExt cx="394500" cy="3240326"/>
          </a:xfrm>
        </p:grpSpPr>
        <p:cxnSp>
          <p:nvCxnSpPr>
            <p:cNvPr id="324" name="Google Shape;324;p20"/>
            <p:cNvCxnSpPr>
              <a:endCxn id="303" idx="2"/>
            </p:cNvCxnSpPr>
            <p:nvPr/>
          </p:nvCxnSpPr>
          <p:spPr>
            <a:xfrm>
              <a:off x="9132034" y="1765905"/>
              <a:ext cx="387000" cy="2859900"/>
            </a:xfrm>
            <a:prstGeom prst="straightConnector1">
              <a:avLst/>
            </a:prstGeom>
            <a:noFill/>
            <a:ln cap="flat" cmpd="sng" w="28575">
              <a:solidFill>
                <a:srgbClr val="7F7F7F"/>
              </a:solidFill>
              <a:prstDash val="solid"/>
              <a:round/>
              <a:headEnd len="sm" w="sm" type="none"/>
              <a:tailEnd len="sm" w="sm" type="none"/>
            </a:ln>
          </p:spPr>
        </p:cxnSp>
        <p:cxnSp>
          <p:nvCxnSpPr>
            <p:cNvPr id="325" name="Google Shape;325;p20"/>
            <p:cNvCxnSpPr>
              <a:endCxn id="303" idx="2"/>
            </p:cNvCxnSpPr>
            <p:nvPr/>
          </p:nvCxnSpPr>
          <p:spPr>
            <a:xfrm>
              <a:off x="9129334" y="4137105"/>
              <a:ext cx="389700" cy="488700"/>
            </a:xfrm>
            <a:prstGeom prst="straightConnector1">
              <a:avLst/>
            </a:prstGeom>
            <a:noFill/>
            <a:ln cap="flat" cmpd="sng" w="28575">
              <a:solidFill>
                <a:srgbClr val="7F7F7F"/>
              </a:solidFill>
              <a:prstDash val="solid"/>
              <a:round/>
              <a:headEnd len="sm" w="sm" type="none"/>
              <a:tailEnd len="sm" w="sm" type="none"/>
            </a:ln>
          </p:spPr>
        </p:cxnSp>
        <p:cxnSp>
          <p:nvCxnSpPr>
            <p:cNvPr id="326" name="Google Shape;326;p20"/>
            <p:cNvCxnSpPr>
              <a:endCxn id="303" idx="2"/>
            </p:cNvCxnSpPr>
            <p:nvPr/>
          </p:nvCxnSpPr>
          <p:spPr>
            <a:xfrm>
              <a:off x="9129334" y="4361805"/>
              <a:ext cx="389700" cy="264000"/>
            </a:xfrm>
            <a:prstGeom prst="straightConnector1">
              <a:avLst/>
            </a:prstGeom>
            <a:noFill/>
            <a:ln cap="flat" cmpd="sng" w="28575">
              <a:solidFill>
                <a:srgbClr val="7F7F7F"/>
              </a:solidFill>
              <a:prstDash val="solid"/>
              <a:round/>
              <a:headEnd len="sm" w="sm" type="none"/>
              <a:tailEnd len="sm" w="sm" type="none"/>
            </a:ln>
          </p:spPr>
        </p:cxnSp>
        <p:cxnSp>
          <p:nvCxnSpPr>
            <p:cNvPr id="327" name="Google Shape;327;p20"/>
            <p:cNvCxnSpPr>
              <a:endCxn id="314" idx="2"/>
            </p:cNvCxnSpPr>
            <p:nvPr/>
          </p:nvCxnSpPr>
          <p:spPr>
            <a:xfrm flipH="1" rot="10800000">
              <a:off x="9130352" y="4267592"/>
              <a:ext cx="387000" cy="94200"/>
            </a:xfrm>
            <a:prstGeom prst="straightConnector1">
              <a:avLst/>
            </a:prstGeom>
            <a:noFill/>
            <a:ln cap="flat" cmpd="sng" w="28575">
              <a:solidFill>
                <a:srgbClr val="7F7F7F"/>
              </a:solidFill>
              <a:prstDash val="solid"/>
              <a:round/>
              <a:headEnd len="sm" w="sm" type="none"/>
              <a:tailEnd len="sm" w="sm" type="none"/>
            </a:ln>
          </p:spPr>
        </p:cxnSp>
        <p:cxnSp>
          <p:nvCxnSpPr>
            <p:cNvPr id="328" name="Google Shape;328;p20"/>
            <p:cNvCxnSpPr>
              <a:endCxn id="314" idx="2"/>
            </p:cNvCxnSpPr>
            <p:nvPr/>
          </p:nvCxnSpPr>
          <p:spPr>
            <a:xfrm>
              <a:off x="9130352" y="4137092"/>
              <a:ext cx="387000" cy="130500"/>
            </a:xfrm>
            <a:prstGeom prst="straightConnector1">
              <a:avLst/>
            </a:prstGeom>
            <a:noFill/>
            <a:ln cap="flat" cmpd="sng" w="28575">
              <a:solidFill>
                <a:srgbClr val="7F7F7F"/>
              </a:solidFill>
              <a:prstDash val="solid"/>
              <a:round/>
              <a:headEnd len="sm" w="sm" type="none"/>
              <a:tailEnd len="sm" w="sm" type="none"/>
            </a:ln>
          </p:spPr>
        </p:cxnSp>
        <p:cxnSp>
          <p:nvCxnSpPr>
            <p:cNvPr id="329" name="Google Shape;329;p20"/>
            <p:cNvCxnSpPr>
              <a:endCxn id="314" idx="2"/>
            </p:cNvCxnSpPr>
            <p:nvPr/>
          </p:nvCxnSpPr>
          <p:spPr>
            <a:xfrm>
              <a:off x="9133052" y="1765892"/>
              <a:ext cx="384300" cy="2501700"/>
            </a:xfrm>
            <a:prstGeom prst="straightConnector1">
              <a:avLst/>
            </a:prstGeom>
            <a:noFill/>
            <a:ln cap="flat" cmpd="sng" w="28575">
              <a:solidFill>
                <a:srgbClr val="7F7F7F"/>
              </a:solidFill>
              <a:prstDash val="solid"/>
              <a:round/>
              <a:headEnd len="sm" w="sm" type="none"/>
              <a:tailEnd len="sm" w="sm" type="none"/>
            </a:ln>
          </p:spPr>
        </p:cxnSp>
        <p:cxnSp>
          <p:nvCxnSpPr>
            <p:cNvPr id="330" name="Google Shape;330;p20"/>
            <p:cNvCxnSpPr>
              <a:endCxn id="315" idx="2"/>
            </p:cNvCxnSpPr>
            <p:nvPr/>
          </p:nvCxnSpPr>
          <p:spPr>
            <a:xfrm flipH="1" rot="10800000">
              <a:off x="9129334" y="3908054"/>
              <a:ext cx="389700" cy="229200"/>
            </a:xfrm>
            <a:prstGeom prst="straightConnector1">
              <a:avLst/>
            </a:prstGeom>
            <a:noFill/>
            <a:ln cap="flat" cmpd="sng" w="28575">
              <a:solidFill>
                <a:srgbClr val="7F7F7F"/>
              </a:solidFill>
              <a:prstDash val="solid"/>
              <a:round/>
              <a:headEnd len="sm" w="sm" type="none"/>
              <a:tailEnd len="sm" w="sm" type="none"/>
            </a:ln>
          </p:spPr>
        </p:cxnSp>
        <p:cxnSp>
          <p:nvCxnSpPr>
            <p:cNvPr id="331" name="Google Shape;331;p20"/>
            <p:cNvCxnSpPr>
              <a:endCxn id="315" idx="2"/>
            </p:cNvCxnSpPr>
            <p:nvPr/>
          </p:nvCxnSpPr>
          <p:spPr>
            <a:xfrm flipH="1" rot="10800000">
              <a:off x="9129334" y="3908054"/>
              <a:ext cx="389700" cy="453900"/>
            </a:xfrm>
            <a:prstGeom prst="straightConnector1">
              <a:avLst/>
            </a:prstGeom>
            <a:noFill/>
            <a:ln cap="flat" cmpd="sng" w="28575">
              <a:solidFill>
                <a:srgbClr val="7F7F7F"/>
              </a:solidFill>
              <a:prstDash val="solid"/>
              <a:round/>
              <a:headEnd len="sm" w="sm" type="none"/>
              <a:tailEnd len="sm" w="sm" type="none"/>
            </a:ln>
          </p:spPr>
        </p:cxnSp>
        <p:cxnSp>
          <p:nvCxnSpPr>
            <p:cNvPr id="332" name="Google Shape;332;p20"/>
            <p:cNvCxnSpPr>
              <a:endCxn id="315" idx="2"/>
            </p:cNvCxnSpPr>
            <p:nvPr/>
          </p:nvCxnSpPr>
          <p:spPr>
            <a:xfrm>
              <a:off x="9132034" y="1765754"/>
              <a:ext cx="387000" cy="2142300"/>
            </a:xfrm>
            <a:prstGeom prst="straightConnector1">
              <a:avLst/>
            </a:prstGeom>
            <a:noFill/>
            <a:ln cap="flat" cmpd="sng" w="28575">
              <a:solidFill>
                <a:srgbClr val="7F7F7F"/>
              </a:solidFill>
              <a:prstDash val="solid"/>
              <a:round/>
              <a:headEnd len="sm" w="sm" type="none"/>
              <a:tailEnd len="sm" w="sm" type="none"/>
            </a:ln>
          </p:spPr>
        </p:cxnSp>
        <p:cxnSp>
          <p:nvCxnSpPr>
            <p:cNvPr id="333" name="Google Shape;333;p20"/>
            <p:cNvCxnSpPr>
              <a:endCxn id="316" idx="2"/>
            </p:cNvCxnSpPr>
            <p:nvPr/>
          </p:nvCxnSpPr>
          <p:spPr>
            <a:xfrm flipH="1" rot="10800000">
              <a:off x="9130352" y="3549841"/>
              <a:ext cx="387000" cy="812100"/>
            </a:xfrm>
            <a:prstGeom prst="straightConnector1">
              <a:avLst/>
            </a:prstGeom>
            <a:noFill/>
            <a:ln cap="flat" cmpd="sng" w="28575">
              <a:solidFill>
                <a:srgbClr val="7F7F7F"/>
              </a:solidFill>
              <a:prstDash val="solid"/>
              <a:round/>
              <a:headEnd len="sm" w="sm" type="none"/>
              <a:tailEnd len="sm" w="sm" type="none"/>
            </a:ln>
          </p:spPr>
        </p:cxnSp>
        <p:cxnSp>
          <p:nvCxnSpPr>
            <p:cNvPr id="334" name="Google Shape;334;p20"/>
            <p:cNvCxnSpPr>
              <a:endCxn id="316" idx="2"/>
            </p:cNvCxnSpPr>
            <p:nvPr/>
          </p:nvCxnSpPr>
          <p:spPr>
            <a:xfrm flipH="1" rot="10800000">
              <a:off x="9130352" y="3549841"/>
              <a:ext cx="387000" cy="587400"/>
            </a:xfrm>
            <a:prstGeom prst="straightConnector1">
              <a:avLst/>
            </a:prstGeom>
            <a:noFill/>
            <a:ln cap="flat" cmpd="sng" w="28575">
              <a:solidFill>
                <a:srgbClr val="7F7F7F"/>
              </a:solidFill>
              <a:prstDash val="solid"/>
              <a:round/>
              <a:headEnd len="sm" w="sm" type="none"/>
              <a:tailEnd len="sm" w="sm" type="none"/>
            </a:ln>
          </p:spPr>
        </p:cxnSp>
        <p:cxnSp>
          <p:nvCxnSpPr>
            <p:cNvPr id="335" name="Google Shape;335;p20"/>
            <p:cNvCxnSpPr>
              <a:endCxn id="316" idx="2"/>
            </p:cNvCxnSpPr>
            <p:nvPr/>
          </p:nvCxnSpPr>
          <p:spPr>
            <a:xfrm>
              <a:off x="9133052" y="1765741"/>
              <a:ext cx="384300" cy="1784100"/>
            </a:xfrm>
            <a:prstGeom prst="straightConnector1">
              <a:avLst/>
            </a:prstGeom>
            <a:noFill/>
            <a:ln cap="flat" cmpd="sng" w="28575">
              <a:solidFill>
                <a:srgbClr val="7F7F7F"/>
              </a:solidFill>
              <a:prstDash val="solid"/>
              <a:round/>
              <a:headEnd len="sm" w="sm" type="none"/>
              <a:tailEnd len="sm" w="sm" type="none"/>
            </a:ln>
          </p:spPr>
        </p:cxnSp>
        <p:cxnSp>
          <p:nvCxnSpPr>
            <p:cNvPr id="336" name="Google Shape;336;p20"/>
            <p:cNvCxnSpPr>
              <a:endCxn id="317" idx="2"/>
            </p:cNvCxnSpPr>
            <p:nvPr/>
          </p:nvCxnSpPr>
          <p:spPr>
            <a:xfrm flipH="1" rot="10800000">
              <a:off x="9129334" y="3175381"/>
              <a:ext cx="389700" cy="1186500"/>
            </a:xfrm>
            <a:prstGeom prst="straightConnector1">
              <a:avLst/>
            </a:prstGeom>
            <a:noFill/>
            <a:ln cap="flat" cmpd="sng" w="28575">
              <a:solidFill>
                <a:srgbClr val="7F7F7F"/>
              </a:solidFill>
              <a:prstDash val="solid"/>
              <a:round/>
              <a:headEnd len="sm" w="sm" type="none"/>
              <a:tailEnd len="sm" w="sm" type="none"/>
            </a:ln>
          </p:spPr>
        </p:cxnSp>
        <p:cxnSp>
          <p:nvCxnSpPr>
            <p:cNvPr id="337" name="Google Shape;337;p20"/>
            <p:cNvCxnSpPr>
              <a:endCxn id="317" idx="2"/>
            </p:cNvCxnSpPr>
            <p:nvPr/>
          </p:nvCxnSpPr>
          <p:spPr>
            <a:xfrm flipH="1" rot="10800000">
              <a:off x="9129334" y="3175381"/>
              <a:ext cx="389700" cy="961800"/>
            </a:xfrm>
            <a:prstGeom prst="straightConnector1">
              <a:avLst/>
            </a:prstGeom>
            <a:noFill/>
            <a:ln cap="flat" cmpd="sng" w="28575">
              <a:solidFill>
                <a:srgbClr val="7F7F7F"/>
              </a:solidFill>
              <a:prstDash val="solid"/>
              <a:round/>
              <a:headEnd len="sm" w="sm" type="none"/>
              <a:tailEnd len="sm" w="sm" type="none"/>
            </a:ln>
          </p:spPr>
        </p:cxnSp>
        <p:cxnSp>
          <p:nvCxnSpPr>
            <p:cNvPr id="338" name="Google Shape;338;p20"/>
            <p:cNvCxnSpPr>
              <a:endCxn id="317" idx="2"/>
            </p:cNvCxnSpPr>
            <p:nvPr/>
          </p:nvCxnSpPr>
          <p:spPr>
            <a:xfrm>
              <a:off x="9132034" y="1765981"/>
              <a:ext cx="387000" cy="1409400"/>
            </a:xfrm>
            <a:prstGeom prst="straightConnector1">
              <a:avLst/>
            </a:prstGeom>
            <a:noFill/>
            <a:ln cap="flat" cmpd="sng" w="28575">
              <a:solidFill>
                <a:srgbClr val="7F7F7F"/>
              </a:solidFill>
              <a:prstDash val="solid"/>
              <a:round/>
              <a:headEnd len="sm" w="sm" type="none"/>
              <a:tailEnd len="sm" w="sm" type="none"/>
            </a:ln>
          </p:spPr>
        </p:cxnSp>
        <p:cxnSp>
          <p:nvCxnSpPr>
            <p:cNvPr id="339" name="Google Shape;339;p20"/>
            <p:cNvCxnSpPr>
              <a:endCxn id="318" idx="2"/>
            </p:cNvCxnSpPr>
            <p:nvPr/>
          </p:nvCxnSpPr>
          <p:spPr>
            <a:xfrm flipH="1" rot="10800000">
              <a:off x="9130352" y="2817168"/>
              <a:ext cx="387000" cy="1320000"/>
            </a:xfrm>
            <a:prstGeom prst="straightConnector1">
              <a:avLst/>
            </a:prstGeom>
            <a:noFill/>
            <a:ln cap="flat" cmpd="sng" w="28575">
              <a:solidFill>
                <a:srgbClr val="7F7F7F"/>
              </a:solidFill>
              <a:prstDash val="solid"/>
              <a:round/>
              <a:headEnd len="sm" w="sm" type="none"/>
              <a:tailEnd len="sm" w="sm" type="none"/>
            </a:ln>
          </p:spPr>
        </p:cxnSp>
        <p:cxnSp>
          <p:nvCxnSpPr>
            <p:cNvPr id="340" name="Google Shape;340;p20"/>
            <p:cNvCxnSpPr>
              <a:endCxn id="318" idx="2"/>
            </p:cNvCxnSpPr>
            <p:nvPr/>
          </p:nvCxnSpPr>
          <p:spPr>
            <a:xfrm flipH="1" rot="10800000">
              <a:off x="9130352" y="2817168"/>
              <a:ext cx="387000" cy="1544700"/>
            </a:xfrm>
            <a:prstGeom prst="straightConnector1">
              <a:avLst/>
            </a:prstGeom>
            <a:noFill/>
            <a:ln cap="flat" cmpd="sng" w="28575">
              <a:solidFill>
                <a:srgbClr val="7F7F7F"/>
              </a:solidFill>
              <a:prstDash val="solid"/>
              <a:round/>
              <a:headEnd len="sm" w="sm" type="none"/>
              <a:tailEnd len="sm" w="sm" type="none"/>
            </a:ln>
          </p:spPr>
        </p:cxnSp>
        <p:cxnSp>
          <p:nvCxnSpPr>
            <p:cNvPr id="341" name="Google Shape;341;p20"/>
            <p:cNvCxnSpPr>
              <a:endCxn id="318" idx="2"/>
            </p:cNvCxnSpPr>
            <p:nvPr/>
          </p:nvCxnSpPr>
          <p:spPr>
            <a:xfrm>
              <a:off x="9133052" y="1765968"/>
              <a:ext cx="384300" cy="1051200"/>
            </a:xfrm>
            <a:prstGeom prst="straightConnector1">
              <a:avLst/>
            </a:prstGeom>
            <a:noFill/>
            <a:ln cap="flat" cmpd="sng" w="28575">
              <a:solidFill>
                <a:srgbClr val="7F7F7F"/>
              </a:solidFill>
              <a:prstDash val="solid"/>
              <a:round/>
              <a:headEnd len="sm" w="sm" type="none"/>
              <a:tailEnd len="sm" w="sm" type="none"/>
            </a:ln>
          </p:spPr>
        </p:cxnSp>
        <p:cxnSp>
          <p:nvCxnSpPr>
            <p:cNvPr id="342" name="Google Shape;342;p20"/>
            <p:cNvCxnSpPr>
              <a:endCxn id="319" idx="2"/>
            </p:cNvCxnSpPr>
            <p:nvPr/>
          </p:nvCxnSpPr>
          <p:spPr>
            <a:xfrm flipH="1" rot="10800000">
              <a:off x="9127630" y="2459537"/>
              <a:ext cx="394500" cy="1902300"/>
            </a:xfrm>
            <a:prstGeom prst="straightConnector1">
              <a:avLst/>
            </a:prstGeom>
            <a:noFill/>
            <a:ln cap="flat" cmpd="sng" w="28575">
              <a:solidFill>
                <a:srgbClr val="7F7F7F"/>
              </a:solidFill>
              <a:prstDash val="solid"/>
              <a:round/>
              <a:headEnd len="sm" w="sm" type="none"/>
              <a:tailEnd len="sm" w="sm" type="none"/>
            </a:ln>
          </p:spPr>
        </p:cxnSp>
        <p:cxnSp>
          <p:nvCxnSpPr>
            <p:cNvPr id="343" name="Google Shape;343;p20"/>
            <p:cNvCxnSpPr>
              <a:endCxn id="319" idx="2"/>
            </p:cNvCxnSpPr>
            <p:nvPr/>
          </p:nvCxnSpPr>
          <p:spPr>
            <a:xfrm flipH="1" rot="10800000">
              <a:off x="9127630" y="2459537"/>
              <a:ext cx="394500" cy="1677600"/>
            </a:xfrm>
            <a:prstGeom prst="straightConnector1">
              <a:avLst/>
            </a:prstGeom>
            <a:noFill/>
            <a:ln cap="flat" cmpd="sng" w="28575">
              <a:solidFill>
                <a:srgbClr val="7F7F7F"/>
              </a:solidFill>
              <a:prstDash val="solid"/>
              <a:round/>
              <a:headEnd len="sm" w="sm" type="none"/>
              <a:tailEnd len="sm" w="sm" type="none"/>
            </a:ln>
          </p:spPr>
        </p:cxnSp>
        <p:cxnSp>
          <p:nvCxnSpPr>
            <p:cNvPr id="344" name="Google Shape;344;p20"/>
            <p:cNvCxnSpPr>
              <a:endCxn id="319" idx="2"/>
            </p:cNvCxnSpPr>
            <p:nvPr/>
          </p:nvCxnSpPr>
          <p:spPr>
            <a:xfrm>
              <a:off x="9130330" y="1765937"/>
              <a:ext cx="391800" cy="693600"/>
            </a:xfrm>
            <a:prstGeom prst="straightConnector1">
              <a:avLst/>
            </a:prstGeom>
            <a:noFill/>
            <a:ln cap="flat" cmpd="sng" w="28575">
              <a:solidFill>
                <a:srgbClr val="7F7F7F"/>
              </a:solidFill>
              <a:prstDash val="solid"/>
              <a:round/>
              <a:headEnd len="sm" w="sm" type="none"/>
              <a:tailEnd len="sm" w="sm" type="none"/>
            </a:ln>
          </p:spPr>
        </p:cxnSp>
        <p:cxnSp>
          <p:nvCxnSpPr>
            <p:cNvPr id="345" name="Google Shape;345;p20"/>
            <p:cNvCxnSpPr>
              <a:endCxn id="320" idx="2"/>
            </p:cNvCxnSpPr>
            <p:nvPr/>
          </p:nvCxnSpPr>
          <p:spPr>
            <a:xfrm flipH="1" rot="10800000">
              <a:off x="9128647" y="2101323"/>
              <a:ext cx="391800" cy="2260500"/>
            </a:xfrm>
            <a:prstGeom prst="straightConnector1">
              <a:avLst/>
            </a:prstGeom>
            <a:noFill/>
            <a:ln cap="flat" cmpd="sng" w="28575">
              <a:solidFill>
                <a:srgbClr val="7F7F7F"/>
              </a:solidFill>
              <a:prstDash val="solid"/>
              <a:round/>
              <a:headEnd len="sm" w="sm" type="none"/>
              <a:tailEnd len="sm" w="sm" type="none"/>
            </a:ln>
          </p:spPr>
        </p:cxnSp>
        <p:cxnSp>
          <p:nvCxnSpPr>
            <p:cNvPr id="346" name="Google Shape;346;p20"/>
            <p:cNvCxnSpPr>
              <a:endCxn id="320" idx="2"/>
            </p:cNvCxnSpPr>
            <p:nvPr/>
          </p:nvCxnSpPr>
          <p:spPr>
            <a:xfrm flipH="1" rot="10800000">
              <a:off x="9128647" y="2101323"/>
              <a:ext cx="391800" cy="2035800"/>
            </a:xfrm>
            <a:prstGeom prst="straightConnector1">
              <a:avLst/>
            </a:prstGeom>
            <a:noFill/>
            <a:ln cap="flat" cmpd="sng" w="28575">
              <a:solidFill>
                <a:srgbClr val="7F7F7F"/>
              </a:solidFill>
              <a:prstDash val="solid"/>
              <a:round/>
              <a:headEnd len="sm" w="sm" type="none"/>
              <a:tailEnd len="sm" w="sm" type="none"/>
            </a:ln>
          </p:spPr>
        </p:cxnSp>
        <p:cxnSp>
          <p:nvCxnSpPr>
            <p:cNvPr id="347" name="Google Shape;347;p20"/>
            <p:cNvCxnSpPr>
              <a:endCxn id="320" idx="2"/>
            </p:cNvCxnSpPr>
            <p:nvPr/>
          </p:nvCxnSpPr>
          <p:spPr>
            <a:xfrm>
              <a:off x="9131347" y="1765923"/>
              <a:ext cx="389100" cy="335400"/>
            </a:xfrm>
            <a:prstGeom prst="straightConnector1">
              <a:avLst/>
            </a:prstGeom>
            <a:noFill/>
            <a:ln cap="flat" cmpd="sng" w="28575">
              <a:solidFill>
                <a:srgbClr val="7F7F7F"/>
              </a:solidFill>
              <a:prstDash val="solid"/>
              <a:round/>
              <a:headEnd len="sm" w="sm" type="none"/>
              <a:tailEnd len="sm" w="sm" type="none"/>
            </a:ln>
          </p:spPr>
        </p:cxnSp>
        <p:cxnSp>
          <p:nvCxnSpPr>
            <p:cNvPr id="348" name="Google Shape;348;p20"/>
            <p:cNvCxnSpPr>
              <a:endCxn id="321" idx="2"/>
            </p:cNvCxnSpPr>
            <p:nvPr/>
          </p:nvCxnSpPr>
          <p:spPr>
            <a:xfrm flipH="1" rot="10800000">
              <a:off x="9129334" y="1743692"/>
              <a:ext cx="389700" cy="2618100"/>
            </a:xfrm>
            <a:prstGeom prst="straightConnector1">
              <a:avLst/>
            </a:prstGeom>
            <a:noFill/>
            <a:ln cap="flat" cmpd="sng" w="28575">
              <a:solidFill>
                <a:srgbClr val="7F7F7F"/>
              </a:solidFill>
              <a:prstDash val="solid"/>
              <a:round/>
              <a:headEnd len="sm" w="sm" type="none"/>
              <a:tailEnd len="sm" w="sm" type="none"/>
            </a:ln>
          </p:spPr>
        </p:cxnSp>
        <p:cxnSp>
          <p:nvCxnSpPr>
            <p:cNvPr id="349" name="Google Shape;349;p20"/>
            <p:cNvCxnSpPr>
              <a:endCxn id="321" idx="2"/>
            </p:cNvCxnSpPr>
            <p:nvPr/>
          </p:nvCxnSpPr>
          <p:spPr>
            <a:xfrm flipH="1" rot="10800000">
              <a:off x="9129334" y="1743692"/>
              <a:ext cx="389700" cy="2393400"/>
            </a:xfrm>
            <a:prstGeom prst="straightConnector1">
              <a:avLst/>
            </a:prstGeom>
            <a:noFill/>
            <a:ln cap="flat" cmpd="sng" w="28575">
              <a:solidFill>
                <a:srgbClr val="7F7F7F"/>
              </a:solidFill>
              <a:prstDash val="solid"/>
              <a:round/>
              <a:headEnd len="sm" w="sm" type="none"/>
              <a:tailEnd len="sm" w="sm" type="none"/>
            </a:ln>
          </p:spPr>
        </p:cxnSp>
        <p:cxnSp>
          <p:nvCxnSpPr>
            <p:cNvPr id="350" name="Google Shape;350;p20"/>
            <p:cNvCxnSpPr>
              <a:endCxn id="321" idx="2"/>
            </p:cNvCxnSpPr>
            <p:nvPr/>
          </p:nvCxnSpPr>
          <p:spPr>
            <a:xfrm flipH="1" rot="10800000">
              <a:off x="9132034" y="1743692"/>
              <a:ext cx="387000" cy="22200"/>
            </a:xfrm>
            <a:prstGeom prst="straightConnector1">
              <a:avLst/>
            </a:prstGeom>
            <a:noFill/>
            <a:ln cap="flat" cmpd="sng" w="28575">
              <a:solidFill>
                <a:srgbClr val="7F7F7F"/>
              </a:solidFill>
              <a:prstDash val="solid"/>
              <a:round/>
              <a:headEnd len="sm" w="sm" type="none"/>
              <a:tailEnd len="sm" w="sm" type="none"/>
            </a:ln>
          </p:spPr>
        </p:cxnSp>
        <p:cxnSp>
          <p:nvCxnSpPr>
            <p:cNvPr id="351" name="Google Shape;351;p20"/>
            <p:cNvCxnSpPr>
              <a:endCxn id="322" idx="2"/>
            </p:cNvCxnSpPr>
            <p:nvPr/>
          </p:nvCxnSpPr>
          <p:spPr>
            <a:xfrm flipH="1" rot="10800000">
              <a:off x="9130352" y="1385479"/>
              <a:ext cx="387000" cy="2976300"/>
            </a:xfrm>
            <a:prstGeom prst="straightConnector1">
              <a:avLst/>
            </a:prstGeom>
            <a:noFill/>
            <a:ln cap="flat" cmpd="sng" w="28575">
              <a:solidFill>
                <a:srgbClr val="7F7F7F"/>
              </a:solidFill>
              <a:prstDash val="solid"/>
              <a:round/>
              <a:headEnd len="sm" w="sm" type="none"/>
              <a:tailEnd len="sm" w="sm" type="none"/>
            </a:ln>
          </p:spPr>
        </p:cxnSp>
        <p:cxnSp>
          <p:nvCxnSpPr>
            <p:cNvPr id="352" name="Google Shape;352;p20"/>
            <p:cNvCxnSpPr>
              <a:endCxn id="322" idx="2"/>
            </p:cNvCxnSpPr>
            <p:nvPr/>
          </p:nvCxnSpPr>
          <p:spPr>
            <a:xfrm flipH="1" rot="10800000">
              <a:off x="9130352" y="1385479"/>
              <a:ext cx="387000" cy="2751600"/>
            </a:xfrm>
            <a:prstGeom prst="straightConnector1">
              <a:avLst/>
            </a:prstGeom>
            <a:noFill/>
            <a:ln cap="flat" cmpd="sng" w="28575">
              <a:solidFill>
                <a:srgbClr val="7F7F7F"/>
              </a:solidFill>
              <a:prstDash val="solid"/>
              <a:round/>
              <a:headEnd len="sm" w="sm" type="none"/>
              <a:tailEnd len="sm" w="sm" type="none"/>
            </a:ln>
          </p:spPr>
        </p:cxnSp>
        <p:cxnSp>
          <p:nvCxnSpPr>
            <p:cNvPr id="353" name="Google Shape;353;p20"/>
            <p:cNvCxnSpPr>
              <a:endCxn id="322" idx="2"/>
            </p:cNvCxnSpPr>
            <p:nvPr/>
          </p:nvCxnSpPr>
          <p:spPr>
            <a:xfrm flipH="1" rot="10800000">
              <a:off x="9133052" y="1385479"/>
              <a:ext cx="384300" cy="380400"/>
            </a:xfrm>
            <a:prstGeom prst="straightConnector1">
              <a:avLst/>
            </a:prstGeom>
            <a:noFill/>
            <a:ln cap="flat" cmpd="sng" w="28575">
              <a:solidFill>
                <a:srgbClr val="7F7F7F"/>
              </a:solidFill>
              <a:prstDash val="solid"/>
              <a:round/>
              <a:headEnd len="sm" w="sm" type="none"/>
              <a:tailEnd len="sm" w="sm" type="none"/>
            </a:ln>
          </p:spPr>
        </p:cxnSp>
      </p:grpSp>
      <p:cxnSp>
        <p:nvCxnSpPr>
          <p:cNvPr id="354" name="Google Shape;354;p20"/>
          <p:cNvCxnSpPr>
            <a:endCxn id="299" idx="2"/>
          </p:cNvCxnSpPr>
          <p:nvPr/>
        </p:nvCxnSpPr>
        <p:spPr>
          <a:xfrm>
            <a:off x="7593610" y="3256850"/>
            <a:ext cx="475200" cy="1093500"/>
          </a:xfrm>
          <a:prstGeom prst="straightConnector1">
            <a:avLst/>
          </a:prstGeom>
          <a:noFill/>
          <a:ln cap="flat" cmpd="sng" w="28575">
            <a:solidFill>
              <a:srgbClr val="7F7F7F"/>
            </a:solidFill>
            <a:prstDash val="solid"/>
            <a:round/>
            <a:headEnd len="sm" w="sm" type="none"/>
            <a:tailEnd len="sm" w="sm" type="none"/>
          </a:ln>
        </p:spPr>
      </p:cxnSp>
      <p:cxnSp>
        <p:nvCxnSpPr>
          <p:cNvPr id="355" name="Google Shape;355;p20"/>
          <p:cNvCxnSpPr>
            <a:endCxn id="298" idx="2"/>
          </p:cNvCxnSpPr>
          <p:nvPr/>
        </p:nvCxnSpPr>
        <p:spPr>
          <a:xfrm>
            <a:off x="7593610" y="3257069"/>
            <a:ext cx="475200" cy="868500"/>
          </a:xfrm>
          <a:prstGeom prst="straightConnector1">
            <a:avLst/>
          </a:prstGeom>
          <a:noFill/>
          <a:ln cap="flat" cmpd="sng" w="28575">
            <a:solidFill>
              <a:srgbClr val="7F7F7F"/>
            </a:solidFill>
            <a:prstDash val="solid"/>
            <a:round/>
            <a:headEnd len="sm" w="sm" type="none"/>
            <a:tailEnd len="sm" w="sm" type="none"/>
          </a:ln>
        </p:spPr>
      </p:cxnSp>
      <p:cxnSp>
        <p:nvCxnSpPr>
          <p:cNvPr id="356" name="Google Shape;356;p20"/>
          <p:cNvCxnSpPr>
            <a:endCxn id="297" idx="2"/>
          </p:cNvCxnSpPr>
          <p:nvPr/>
        </p:nvCxnSpPr>
        <p:spPr>
          <a:xfrm flipH="1" rot="10800000">
            <a:off x="7593614" y="1754334"/>
            <a:ext cx="477900" cy="1502700"/>
          </a:xfrm>
          <a:prstGeom prst="straightConnector1">
            <a:avLst/>
          </a:prstGeom>
          <a:noFill/>
          <a:ln cap="flat" cmpd="sng" w="28575">
            <a:solidFill>
              <a:srgbClr val="7F7F7F"/>
            </a:solidFill>
            <a:prstDash val="solid"/>
            <a:round/>
            <a:headEnd len="sm" w="sm" type="none"/>
            <a:tailEnd len="sm" w="sm" type="none"/>
          </a:ln>
        </p:spPr>
      </p:cxnSp>
      <p:sp>
        <p:nvSpPr>
          <p:cNvPr id="357" name="Google Shape;357;p20"/>
          <p:cNvSpPr txBox="1"/>
          <p:nvPr/>
        </p:nvSpPr>
        <p:spPr>
          <a:xfrm rot="-5400000">
            <a:off x="7685622" y="2741456"/>
            <a:ext cx="2195042" cy="39699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200"/>
              <a:buFont typeface="Open Sans"/>
              <a:buNone/>
            </a:pPr>
            <a:r>
              <a:rPr b="0" i="0" lang="en-US" sz="2200" u="none" cap="none" strike="noStrike">
                <a:solidFill>
                  <a:schemeClr val="dk2"/>
                </a:solidFill>
                <a:latin typeface="Open Sans"/>
                <a:ea typeface="Noto Sans SC"/>
                <a:cs typeface="Open Sans"/>
                <a:sym typeface="Open Sans"/>
              </a:rPr>
              <a:t>…                 …</a:t>
            </a:r>
            <a:endParaRPr b="0" i="0" sz="2200" u="none" cap="none" strike="noStrike">
              <a:solidFill>
                <a:schemeClr val="dk2"/>
              </a:solidFill>
              <a:latin typeface="Open Sans"/>
              <a:ea typeface="Noto Sans SC"/>
              <a:cs typeface="Open Sans"/>
              <a:sym typeface="Open Sans"/>
            </a:endParaRPr>
          </a:p>
        </p:txBody>
      </p:sp>
      <p:sp>
        <p:nvSpPr>
          <p:cNvPr id="358" name="Google Shape;358;p20"/>
          <p:cNvSpPr txBox="1"/>
          <p:nvPr/>
        </p:nvSpPr>
        <p:spPr>
          <a:xfrm rot="-5400000">
            <a:off x="7026531" y="2741456"/>
            <a:ext cx="2195042" cy="396991"/>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200"/>
              <a:buFont typeface="Open Sans"/>
              <a:buNone/>
            </a:pPr>
            <a:r>
              <a:rPr b="0" i="0" lang="en-US" sz="2200" u="none" cap="none" strike="noStrike">
                <a:solidFill>
                  <a:schemeClr val="dk2"/>
                </a:solidFill>
                <a:latin typeface="Open Sans"/>
                <a:ea typeface="Noto Sans SC"/>
                <a:cs typeface="Open Sans"/>
                <a:sym typeface="Open Sans"/>
              </a:rPr>
              <a:t>…                 …</a:t>
            </a:r>
            <a:endParaRPr b="0" i="0" sz="2200" u="none" cap="none" strike="noStrike">
              <a:solidFill>
                <a:schemeClr val="dk2"/>
              </a:solidFill>
              <a:latin typeface="Open Sans"/>
              <a:ea typeface="Noto Sans SC"/>
              <a:cs typeface="Open Sans"/>
              <a:sym typeface="Open Sans"/>
            </a:endParaRPr>
          </a:p>
        </p:txBody>
      </p:sp>
      <p:cxnSp>
        <p:nvCxnSpPr>
          <p:cNvPr id="359" name="Google Shape;359;p20"/>
          <p:cNvCxnSpPr>
            <a:endCxn id="299" idx="2"/>
          </p:cNvCxnSpPr>
          <p:nvPr/>
        </p:nvCxnSpPr>
        <p:spPr>
          <a:xfrm>
            <a:off x="7598410" y="3075650"/>
            <a:ext cx="470400" cy="1274700"/>
          </a:xfrm>
          <a:prstGeom prst="straightConnector1">
            <a:avLst/>
          </a:prstGeom>
          <a:noFill/>
          <a:ln cap="flat" cmpd="sng" w="28575">
            <a:solidFill>
              <a:srgbClr val="7F7F7F"/>
            </a:solidFill>
            <a:prstDash val="solid"/>
            <a:round/>
            <a:headEnd len="sm" w="sm" type="none"/>
            <a:tailEnd len="sm" w="sm" type="none"/>
          </a:ln>
        </p:spPr>
      </p:cxnSp>
      <p:cxnSp>
        <p:nvCxnSpPr>
          <p:cNvPr id="360" name="Google Shape;360;p20"/>
          <p:cNvCxnSpPr>
            <a:endCxn id="298" idx="2"/>
          </p:cNvCxnSpPr>
          <p:nvPr/>
        </p:nvCxnSpPr>
        <p:spPr>
          <a:xfrm>
            <a:off x="7598410" y="3070769"/>
            <a:ext cx="470400" cy="1054800"/>
          </a:xfrm>
          <a:prstGeom prst="straightConnector1">
            <a:avLst/>
          </a:prstGeom>
          <a:noFill/>
          <a:ln cap="flat" cmpd="sng" w="28575">
            <a:solidFill>
              <a:srgbClr val="7F7F7F"/>
            </a:solidFill>
            <a:prstDash val="solid"/>
            <a:round/>
            <a:headEnd len="sm" w="sm" type="none"/>
            <a:tailEnd len="sm" w="sm" type="none"/>
          </a:ln>
        </p:spPr>
      </p:cxnSp>
      <p:cxnSp>
        <p:nvCxnSpPr>
          <p:cNvPr id="361" name="Google Shape;361;p20"/>
          <p:cNvCxnSpPr>
            <a:endCxn id="297" idx="2"/>
          </p:cNvCxnSpPr>
          <p:nvPr/>
        </p:nvCxnSpPr>
        <p:spPr>
          <a:xfrm flipH="1" rot="10800000">
            <a:off x="7598414" y="1754334"/>
            <a:ext cx="473100" cy="1321500"/>
          </a:xfrm>
          <a:prstGeom prst="straightConnector1">
            <a:avLst/>
          </a:prstGeom>
          <a:noFill/>
          <a:ln cap="flat" cmpd="sng" w="28575">
            <a:solidFill>
              <a:srgbClr val="7F7F7F"/>
            </a:solidFill>
            <a:prstDash val="solid"/>
            <a:round/>
            <a:headEnd len="sm" w="sm" type="none"/>
            <a:tailEnd len="sm" w="sm" type="none"/>
          </a:ln>
        </p:spPr>
      </p:cxnSp>
      <p:cxnSp>
        <p:nvCxnSpPr>
          <p:cNvPr id="362" name="Google Shape;362;p20"/>
          <p:cNvCxnSpPr>
            <a:endCxn id="299" idx="2"/>
          </p:cNvCxnSpPr>
          <p:nvPr/>
        </p:nvCxnSpPr>
        <p:spPr>
          <a:xfrm>
            <a:off x="7598410" y="2637050"/>
            <a:ext cx="470400" cy="1713300"/>
          </a:xfrm>
          <a:prstGeom prst="straightConnector1">
            <a:avLst/>
          </a:prstGeom>
          <a:noFill/>
          <a:ln cap="flat" cmpd="sng" w="28575">
            <a:solidFill>
              <a:srgbClr val="7F7F7F"/>
            </a:solidFill>
            <a:prstDash val="solid"/>
            <a:round/>
            <a:headEnd len="sm" w="sm" type="none"/>
            <a:tailEnd len="sm" w="sm" type="none"/>
          </a:ln>
        </p:spPr>
      </p:cxnSp>
      <p:cxnSp>
        <p:nvCxnSpPr>
          <p:cNvPr id="363" name="Google Shape;363;p20"/>
          <p:cNvCxnSpPr>
            <a:endCxn id="298" idx="2"/>
          </p:cNvCxnSpPr>
          <p:nvPr/>
        </p:nvCxnSpPr>
        <p:spPr>
          <a:xfrm>
            <a:off x="7598410" y="2636969"/>
            <a:ext cx="470400" cy="1488600"/>
          </a:xfrm>
          <a:prstGeom prst="straightConnector1">
            <a:avLst/>
          </a:prstGeom>
          <a:noFill/>
          <a:ln cap="flat" cmpd="sng" w="28575">
            <a:solidFill>
              <a:srgbClr val="7F7F7F"/>
            </a:solidFill>
            <a:prstDash val="solid"/>
            <a:round/>
            <a:headEnd len="sm" w="sm" type="none"/>
            <a:tailEnd len="sm" w="sm" type="none"/>
          </a:ln>
        </p:spPr>
      </p:cxnSp>
      <p:cxnSp>
        <p:nvCxnSpPr>
          <p:cNvPr id="364" name="Google Shape;364;p20"/>
          <p:cNvCxnSpPr>
            <a:endCxn id="297" idx="2"/>
          </p:cNvCxnSpPr>
          <p:nvPr/>
        </p:nvCxnSpPr>
        <p:spPr>
          <a:xfrm flipH="1" rot="10800000">
            <a:off x="7598414" y="1754334"/>
            <a:ext cx="473100" cy="882900"/>
          </a:xfrm>
          <a:prstGeom prst="straightConnector1">
            <a:avLst/>
          </a:prstGeom>
          <a:noFill/>
          <a:ln cap="flat" cmpd="sng" w="28575">
            <a:solidFill>
              <a:srgbClr val="7F7F7F"/>
            </a:solidFill>
            <a:prstDash val="solid"/>
            <a:round/>
            <a:headEnd len="sm" w="sm" type="none"/>
            <a:tailEnd len="sm" w="sm" type="none"/>
          </a:ln>
        </p:spPr>
      </p:cxnSp>
      <p:sp>
        <p:nvSpPr>
          <p:cNvPr id="365" name="Google Shape;365;p20"/>
          <p:cNvSpPr txBox="1"/>
          <p:nvPr/>
        </p:nvSpPr>
        <p:spPr>
          <a:xfrm>
            <a:off x="9164433" y="5002645"/>
            <a:ext cx="902811" cy="52322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Open Sans"/>
              <a:buNone/>
            </a:pPr>
            <a:r>
              <a:rPr b="0" i="0" lang="en-US" sz="1400" u="none" cap="none" strike="noStrike">
                <a:solidFill>
                  <a:schemeClr val="dk2"/>
                </a:solidFill>
                <a:latin typeface="Open Sans"/>
                <a:ea typeface="Noto Sans SC"/>
                <a:cs typeface="Open Sans"/>
                <a:sym typeface="Open Sans"/>
              </a:rPr>
              <a:t>(24)</a:t>
            </a:r>
            <a:endParaRPr b="0" i="0" sz="1400" u="none" cap="none" strike="noStrike">
              <a:solidFill>
                <a:srgbClr val="000000"/>
              </a:solidFill>
              <a:latin typeface="Open Sans"/>
              <a:ea typeface="Noto Sans SC"/>
              <a:cs typeface="Open Sans"/>
              <a:sym typeface="Open Sans"/>
            </a:endParaRPr>
          </a:p>
          <a:p>
            <a:pPr indent="0" lvl="0" marL="0" marR="0" rtl="0" algn="ctr">
              <a:lnSpc>
                <a:spcPct val="100000"/>
              </a:lnSpc>
              <a:spcBef>
                <a:spcPts val="0"/>
              </a:spcBef>
              <a:spcAft>
                <a:spcPts val="0"/>
              </a:spcAft>
              <a:buClr>
                <a:srgbClr val="000000"/>
              </a:buClr>
              <a:buSzPts val="1400"/>
              <a:buFont typeface="Open Sans"/>
              <a:buNone/>
            </a:pPr>
            <a:r>
              <a:rPr b="0" i="0" lang="en-US" sz="1400" u="none" cap="none" strike="noStrike">
                <a:solidFill>
                  <a:schemeClr val="dk2"/>
                </a:solidFill>
                <a:latin typeface="Noto Sans SC"/>
                <a:ea typeface="Noto Sans SC"/>
                <a:cs typeface="Open Sans"/>
                <a:sym typeface="Open Sans"/>
              </a:rPr>
              <a:t>输出预测</a:t>
            </a:r>
            <a:endParaRPr b="0" i="0" sz="1400" u="none" cap="none" strike="noStrike">
              <a:solidFill>
                <a:schemeClr val="dk2"/>
              </a:solidFill>
              <a:latin typeface="Open Sans"/>
              <a:ea typeface="Noto Sans SC"/>
              <a:cs typeface="Open Sans"/>
              <a:sym typeface="Open Sans"/>
            </a:endParaRPr>
          </a:p>
        </p:txBody>
      </p:sp>
      <p:sp>
        <p:nvSpPr>
          <p:cNvPr id="366" name="Google Shape;366;p20"/>
          <p:cNvSpPr txBox="1"/>
          <p:nvPr/>
        </p:nvSpPr>
        <p:spPr>
          <a:xfrm>
            <a:off x="7751290" y="4456003"/>
            <a:ext cx="723275" cy="52322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Open Sans"/>
              <a:buNone/>
            </a:pPr>
            <a:r>
              <a:rPr b="0" i="0" lang="en-US" sz="1400" u="none" cap="none" strike="noStrike">
                <a:solidFill>
                  <a:schemeClr val="dk2"/>
                </a:solidFill>
                <a:latin typeface="Open Sans"/>
                <a:ea typeface="Noto Sans SC"/>
                <a:cs typeface="Open Sans"/>
                <a:sym typeface="Open Sans"/>
              </a:rPr>
              <a:t>(512)</a:t>
            </a:r>
            <a:endParaRPr b="0" i="0" sz="1400" u="none" cap="none" strike="noStrike">
              <a:solidFill>
                <a:srgbClr val="000000"/>
              </a:solidFill>
              <a:latin typeface="Open Sans"/>
              <a:ea typeface="Noto Sans SC"/>
              <a:cs typeface="Open Sans"/>
              <a:sym typeface="Open Sans"/>
            </a:endParaRPr>
          </a:p>
          <a:p>
            <a:pPr indent="0" lvl="0" marL="0" marR="0" rtl="0" algn="ctr">
              <a:lnSpc>
                <a:spcPct val="100000"/>
              </a:lnSpc>
              <a:spcBef>
                <a:spcPts val="0"/>
              </a:spcBef>
              <a:spcAft>
                <a:spcPts val="0"/>
              </a:spcAft>
              <a:buClr>
                <a:srgbClr val="000000"/>
              </a:buClr>
              <a:buSzPts val="1400"/>
              <a:buFont typeface="Open Sans"/>
              <a:buNone/>
            </a:pPr>
            <a:r>
              <a:rPr b="0" i="0" lang="en-US" sz="1400" u="none" cap="none" strike="noStrike">
                <a:solidFill>
                  <a:schemeClr val="dk2"/>
                </a:solidFill>
                <a:latin typeface="Noto Sans SC"/>
                <a:ea typeface="Noto Sans SC"/>
                <a:cs typeface="Open Sans"/>
                <a:sym typeface="Open Sans"/>
              </a:rPr>
              <a:t>密集层</a:t>
            </a:r>
            <a:endParaRPr b="0" i="0" sz="1400" u="none" cap="none" strike="noStrike">
              <a:solidFill>
                <a:schemeClr val="dk2"/>
              </a:solidFill>
              <a:latin typeface="Open Sans"/>
              <a:ea typeface="Noto Sans SC"/>
              <a:cs typeface="Open Sans"/>
              <a:sym typeface="Open Sans"/>
            </a:endParaRPr>
          </a:p>
        </p:txBody>
      </p:sp>
      <p:sp>
        <p:nvSpPr>
          <p:cNvPr id="367" name="Google Shape;367;p20"/>
          <p:cNvSpPr txBox="1"/>
          <p:nvPr/>
        </p:nvSpPr>
        <p:spPr>
          <a:xfrm>
            <a:off x="8464975" y="4463335"/>
            <a:ext cx="723275" cy="52322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Open Sans"/>
              <a:buNone/>
            </a:pPr>
            <a:r>
              <a:rPr b="0" i="0" lang="en-US" sz="1400" u="none" cap="none" strike="noStrike">
                <a:solidFill>
                  <a:schemeClr val="dk2"/>
                </a:solidFill>
                <a:latin typeface="Open Sans"/>
                <a:ea typeface="Noto Sans SC"/>
                <a:cs typeface="Open Sans"/>
                <a:sym typeface="Open Sans"/>
              </a:rPr>
              <a:t>(512)</a:t>
            </a:r>
            <a:endParaRPr b="0" i="0" sz="1400" u="none" cap="none" strike="noStrike">
              <a:solidFill>
                <a:srgbClr val="000000"/>
              </a:solidFill>
              <a:latin typeface="Open Sans"/>
              <a:ea typeface="Noto Sans SC"/>
              <a:cs typeface="Open Sans"/>
              <a:sym typeface="Open Sans"/>
            </a:endParaRPr>
          </a:p>
          <a:p>
            <a:pPr indent="0" lvl="0" marL="0" marR="0" rtl="0" algn="ctr">
              <a:lnSpc>
                <a:spcPct val="100000"/>
              </a:lnSpc>
              <a:spcBef>
                <a:spcPts val="0"/>
              </a:spcBef>
              <a:spcAft>
                <a:spcPts val="0"/>
              </a:spcAft>
              <a:buClr>
                <a:srgbClr val="000000"/>
              </a:buClr>
              <a:buSzPts val="1400"/>
              <a:buFont typeface="Open Sans"/>
              <a:buNone/>
            </a:pPr>
            <a:r>
              <a:rPr b="0" i="0" lang="en-US" sz="1400" u="none" cap="none" strike="noStrike">
                <a:solidFill>
                  <a:schemeClr val="dk2"/>
                </a:solidFill>
                <a:latin typeface="Noto Sans SC"/>
                <a:ea typeface="Noto Sans SC"/>
                <a:cs typeface="Open Sans"/>
                <a:sym typeface="Open Sans"/>
              </a:rPr>
              <a:t>密集层</a:t>
            </a:r>
            <a:endParaRPr b="0" i="0" sz="1400" u="none" cap="none" strike="noStrike">
              <a:solidFill>
                <a:schemeClr val="dk2"/>
              </a:solidFill>
              <a:latin typeface="Open Sans"/>
              <a:ea typeface="Noto Sans SC"/>
              <a:cs typeface="Open Sans"/>
              <a:sym typeface="Open Sans"/>
            </a:endParaRPr>
          </a:p>
        </p:txBody>
      </p:sp>
      <p:sp>
        <p:nvSpPr>
          <p:cNvPr id="368" name="Google Shape;368;p20"/>
          <p:cNvSpPr/>
          <p:nvPr/>
        </p:nvSpPr>
        <p:spPr>
          <a:xfrm>
            <a:off x="955305" y="2405526"/>
            <a:ext cx="406279" cy="291141"/>
          </a:xfrm>
          <a:prstGeom prst="rect">
            <a:avLst/>
          </a:prstGeom>
          <a:no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i="0" sz="1800" u="none" cap="none" strike="noStrike">
              <a:solidFill>
                <a:schemeClr val="lt1"/>
              </a:solidFill>
              <a:latin typeface="Open Sans"/>
              <a:ea typeface="Noto Sans SC"/>
              <a:cs typeface="Open Sans"/>
              <a:sym typeface="Open Sans"/>
            </a:endParaRPr>
          </a:p>
        </p:txBody>
      </p:sp>
      <p:cxnSp>
        <p:nvCxnSpPr>
          <p:cNvPr id="369" name="Google Shape;369;p20"/>
          <p:cNvCxnSpPr/>
          <p:nvPr/>
        </p:nvCxnSpPr>
        <p:spPr>
          <a:xfrm flipH="1" rot="10800000">
            <a:off x="1158444" y="2195709"/>
            <a:ext cx="1624282" cy="345416"/>
          </a:xfrm>
          <a:prstGeom prst="straightConnector1">
            <a:avLst/>
          </a:prstGeom>
          <a:noFill/>
          <a:ln cap="flat" cmpd="sng" w="28575">
            <a:solidFill>
              <a:schemeClr val="accent3"/>
            </a:solidFill>
            <a:prstDash val="solid"/>
            <a:round/>
            <a:headEnd len="sm" w="sm" type="none"/>
            <a:tailEnd len="sm" w="sm" type="none"/>
          </a:ln>
        </p:spPr>
      </p:cxnSp>
      <p:pic>
        <p:nvPicPr>
          <p:cNvPr id="370" name="Google Shape;370;p20"/>
          <p:cNvPicPr preferRelativeResize="0"/>
          <p:nvPr/>
        </p:nvPicPr>
        <p:blipFill rotWithShape="1">
          <a:blip r:embed="rId4">
            <a:alphaModFix/>
          </a:blip>
          <a:srcRect b="39913" l="48017" r="44192" t="46330"/>
          <a:stretch/>
        </p:blipFill>
        <p:spPr>
          <a:xfrm>
            <a:off x="2317031" y="1759554"/>
            <a:ext cx="854829" cy="849160"/>
          </a:xfrm>
          <a:prstGeom prst="rect">
            <a:avLst/>
          </a:prstGeom>
          <a:noFill/>
          <a:ln>
            <a:noFill/>
          </a:ln>
        </p:spPr>
      </p:pic>
      <p:cxnSp>
        <p:nvCxnSpPr>
          <p:cNvPr id="371" name="Google Shape;371;p20"/>
          <p:cNvCxnSpPr/>
          <p:nvPr/>
        </p:nvCxnSpPr>
        <p:spPr>
          <a:xfrm>
            <a:off x="1168869" y="2544940"/>
            <a:ext cx="1592966" cy="679040"/>
          </a:xfrm>
          <a:prstGeom prst="straightConnector1">
            <a:avLst/>
          </a:prstGeom>
          <a:noFill/>
          <a:ln cap="flat" cmpd="sng" w="28575">
            <a:solidFill>
              <a:schemeClr val="accent3"/>
            </a:solidFill>
            <a:prstDash val="solid"/>
            <a:round/>
            <a:headEnd len="sm" w="sm" type="none"/>
            <a:tailEnd len="sm" w="sm" type="none"/>
          </a:ln>
        </p:spPr>
      </p:cxnSp>
      <p:pic>
        <p:nvPicPr>
          <p:cNvPr id="372" name="Google Shape;372;p20"/>
          <p:cNvPicPr preferRelativeResize="0"/>
          <p:nvPr/>
        </p:nvPicPr>
        <p:blipFill rotWithShape="1">
          <a:blip r:embed="rId4">
            <a:alphaModFix/>
          </a:blip>
          <a:srcRect b="39877" l="33839" r="58553" t="46366"/>
          <a:stretch/>
        </p:blipFill>
        <p:spPr>
          <a:xfrm>
            <a:off x="2365340" y="2741830"/>
            <a:ext cx="834773" cy="849160"/>
          </a:xfrm>
          <a:prstGeom prst="rect">
            <a:avLst/>
          </a:prstGeom>
          <a:noFill/>
          <a:ln>
            <a:noFill/>
          </a:ln>
        </p:spPr>
      </p:pic>
      <p:cxnSp>
        <p:nvCxnSpPr>
          <p:cNvPr id="373" name="Google Shape;373;p20"/>
          <p:cNvCxnSpPr/>
          <p:nvPr/>
        </p:nvCxnSpPr>
        <p:spPr>
          <a:xfrm>
            <a:off x="2761680" y="2185277"/>
            <a:ext cx="1118146" cy="414419"/>
          </a:xfrm>
          <a:prstGeom prst="straightConnector1">
            <a:avLst/>
          </a:prstGeom>
          <a:noFill/>
          <a:ln cap="flat" cmpd="sng" w="28575">
            <a:solidFill>
              <a:schemeClr val="accent3"/>
            </a:solidFill>
            <a:prstDash val="solid"/>
            <a:round/>
            <a:headEnd len="sm" w="sm" type="none"/>
            <a:tailEnd len="sm" w="sm" type="none"/>
          </a:ln>
        </p:spPr>
      </p:cxnSp>
      <p:pic>
        <p:nvPicPr>
          <p:cNvPr id="374" name="Google Shape;374;p20"/>
          <p:cNvPicPr preferRelativeResize="0"/>
          <p:nvPr/>
        </p:nvPicPr>
        <p:blipFill rotWithShape="1">
          <a:blip r:embed="rId5">
            <a:alphaModFix/>
          </a:blip>
          <a:srcRect b="47010" l="34327" r="58064" t="39232"/>
          <a:stretch/>
        </p:blipFill>
        <p:spPr>
          <a:xfrm>
            <a:off x="3046768" y="1802120"/>
            <a:ext cx="1359853" cy="1383290"/>
          </a:xfrm>
          <a:prstGeom prst="rect">
            <a:avLst/>
          </a:prstGeom>
          <a:noFill/>
          <a:ln>
            <a:noFill/>
          </a:ln>
        </p:spPr>
      </p:pic>
      <p:sp>
        <p:nvSpPr>
          <p:cNvPr id="375" name="Google Shape;375;p20"/>
          <p:cNvSpPr/>
          <p:nvPr/>
        </p:nvSpPr>
        <p:spPr>
          <a:xfrm>
            <a:off x="3283856" y="2161562"/>
            <a:ext cx="406279" cy="291141"/>
          </a:xfrm>
          <a:prstGeom prst="rect">
            <a:avLst/>
          </a:prstGeom>
          <a:no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i="0" sz="1800" u="none" cap="none" strike="noStrike">
              <a:solidFill>
                <a:schemeClr val="lt1"/>
              </a:solidFill>
              <a:latin typeface="Open Sans"/>
              <a:ea typeface="Noto Sans SC"/>
              <a:cs typeface="Open Sans"/>
              <a:sym typeface="Open Sans"/>
            </a:endParaRPr>
          </a:p>
        </p:txBody>
      </p:sp>
      <p:cxnSp>
        <p:nvCxnSpPr>
          <p:cNvPr id="376" name="Google Shape;376;p20"/>
          <p:cNvCxnSpPr/>
          <p:nvPr/>
        </p:nvCxnSpPr>
        <p:spPr>
          <a:xfrm flipH="1" rot="10800000">
            <a:off x="2790693" y="2957417"/>
            <a:ext cx="630266" cy="208747"/>
          </a:xfrm>
          <a:prstGeom prst="straightConnector1">
            <a:avLst/>
          </a:prstGeom>
          <a:noFill/>
          <a:ln cap="flat" cmpd="sng" w="28575">
            <a:solidFill>
              <a:schemeClr val="accent3"/>
            </a:solidFill>
            <a:prstDash val="solid"/>
            <a:round/>
            <a:headEnd len="sm" w="sm" type="none"/>
            <a:tailEnd len="sm" w="sm" type="none"/>
          </a:ln>
        </p:spPr>
      </p:cxnSp>
      <p:grpSp>
        <p:nvGrpSpPr>
          <p:cNvPr id="377" name="Google Shape;377;p20"/>
          <p:cNvGrpSpPr/>
          <p:nvPr/>
        </p:nvGrpSpPr>
        <p:grpSpPr>
          <a:xfrm>
            <a:off x="3213348" y="2102991"/>
            <a:ext cx="1359853" cy="1379666"/>
            <a:chOff x="3213348" y="2102991"/>
            <a:chExt cx="1359853" cy="1379666"/>
          </a:xfrm>
        </p:grpSpPr>
        <p:pic>
          <p:nvPicPr>
            <p:cNvPr id="378" name="Google Shape;378;p20"/>
            <p:cNvPicPr preferRelativeResize="0"/>
            <p:nvPr/>
          </p:nvPicPr>
          <p:blipFill rotWithShape="1">
            <a:blip r:embed="rId5">
              <a:alphaModFix/>
            </a:blip>
            <a:srcRect b="47044" l="48611" r="43867" t="39389"/>
            <a:stretch/>
          </p:blipFill>
          <p:spPr>
            <a:xfrm>
              <a:off x="3213348" y="2102991"/>
              <a:ext cx="1359853" cy="1379666"/>
            </a:xfrm>
            <a:prstGeom prst="rect">
              <a:avLst/>
            </a:prstGeom>
            <a:noFill/>
            <a:ln>
              <a:noFill/>
            </a:ln>
          </p:spPr>
        </p:pic>
        <p:sp>
          <p:nvSpPr>
            <p:cNvPr id="379" name="Google Shape;379;p20"/>
            <p:cNvSpPr/>
            <p:nvPr/>
          </p:nvSpPr>
          <p:spPr>
            <a:xfrm>
              <a:off x="3473547" y="2448480"/>
              <a:ext cx="406279" cy="291141"/>
            </a:xfrm>
            <a:prstGeom prst="rect">
              <a:avLst/>
            </a:prstGeom>
            <a:no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i="0" sz="1800" u="none" cap="none" strike="noStrike">
                <a:solidFill>
                  <a:schemeClr val="lt1"/>
                </a:solidFill>
                <a:latin typeface="Open Sans"/>
                <a:ea typeface="Noto Sans SC"/>
                <a:cs typeface="Open Sans"/>
                <a:sym typeface="Open Sans"/>
              </a:endParaRPr>
            </a:p>
          </p:txBody>
        </p:sp>
      </p:grpSp>
      <p:cxnSp>
        <p:nvCxnSpPr>
          <p:cNvPr id="380" name="Google Shape;380;p20"/>
          <p:cNvCxnSpPr/>
          <p:nvPr/>
        </p:nvCxnSpPr>
        <p:spPr>
          <a:xfrm flipH="1" rot="10800000">
            <a:off x="3475551" y="1981220"/>
            <a:ext cx="1521361" cy="337124"/>
          </a:xfrm>
          <a:prstGeom prst="straightConnector1">
            <a:avLst/>
          </a:prstGeom>
          <a:noFill/>
          <a:ln cap="flat" cmpd="sng" w="28575">
            <a:solidFill>
              <a:schemeClr val="accent3"/>
            </a:solidFill>
            <a:prstDash val="solid"/>
            <a:round/>
            <a:headEnd len="sm" w="sm" type="none"/>
            <a:tailEnd len="sm" w="sm" type="none"/>
          </a:ln>
        </p:spPr>
      </p:cxnSp>
      <p:pic>
        <p:nvPicPr>
          <p:cNvPr id="381" name="Google Shape;381;p20"/>
          <p:cNvPicPr preferRelativeResize="0"/>
          <p:nvPr/>
        </p:nvPicPr>
        <p:blipFill rotWithShape="1">
          <a:blip r:embed="rId6">
            <a:alphaModFix/>
          </a:blip>
          <a:srcRect b="37066" l="33839" r="58501" t="48989"/>
          <a:stretch/>
        </p:blipFill>
        <p:spPr>
          <a:xfrm>
            <a:off x="4540757" y="1598277"/>
            <a:ext cx="840407" cy="860670"/>
          </a:xfrm>
          <a:prstGeom prst="rect">
            <a:avLst/>
          </a:prstGeom>
          <a:noFill/>
          <a:ln>
            <a:noFill/>
          </a:ln>
        </p:spPr>
      </p:pic>
      <p:cxnSp>
        <p:nvCxnSpPr>
          <p:cNvPr id="382" name="Google Shape;382;p20"/>
          <p:cNvCxnSpPr/>
          <p:nvPr/>
        </p:nvCxnSpPr>
        <p:spPr>
          <a:xfrm>
            <a:off x="3481451" y="2307132"/>
            <a:ext cx="1515461" cy="693267"/>
          </a:xfrm>
          <a:prstGeom prst="straightConnector1">
            <a:avLst/>
          </a:prstGeom>
          <a:noFill/>
          <a:ln cap="flat" cmpd="sng" w="28575">
            <a:solidFill>
              <a:schemeClr val="accent3"/>
            </a:solidFill>
            <a:prstDash val="solid"/>
            <a:round/>
            <a:headEnd len="sm" w="sm" type="none"/>
            <a:tailEnd len="sm" w="sm" type="none"/>
          </a:ln>
        </p:spPr>
      </p:cxnSp>
      <p:pic>
        <p:nvPicPr>
          <p:cNvPr id="383" name="Google Shape;383;p20"/>
          <p:cNvPicPr preferRelativeResize="0"/>
          <p:nvPr/>
        </p:nvPicPr>
        <p:blipFill rotWithShape="1">
          <a:blip r:embed="rId6">
            <a:alphaModFix/>
          </a:blip>
          <a:srcRect b="20771" l="48095" r="44259" t="65776"/>
          <a:stretch/>
        </p:blipFill>
        <p:spPr>
          <a:xfrm>
            <a:off x="4520125" y="2673276"/>
            <a:ext cx="838907" cy="830314"/>
          </a:xfrm>
          <a:prstGeom prst="rect">
            <a:avLst/>
          </a:prstGeom>
          <a:noFill/>
          <a:ln cap="flat" cmpd="sng" w="9525">
            <a:solidFill>
              <a:srgbClr val="B3B3B3">
                <a:alpha val="55686"/>
              </a:srgbClr>
            </a:solidFill>
            <a:prstDash val="solid"/>
            <a:round/>
            <a:headEnd len="sm" w="sm" type="none"/>
            <a:tailEnd len="sm" w="sm" type="none"/>
          </a:ln>
        </p:spPr>
      </p:pic>
      <p:cxnSp>
        <p:nvCxnSpPr>
          <p:cNvPr id="384" name="Google Shape;384;p20"/>
          <p:cNvCxnSpPr/>
          <p:nvPr/>
        </p:nvCxnSpPr>
        <p:spPr>
          <a:xfrm>
            <a:off x="3690135" y="2600295"/>
            <a:ext cx="1307232" cy="575086"/>
          </a:xfrm>
          <a:prstGeom prst="straightConnector1">
            <a:avLst/>
          </a:prstGeom>
          <a:noFill/>
          <a:ln cap="flat" cmpd="sng" w="28575">
            <a:solidFill>
              <a:schemeClr val="accent3"/>
            </a:solidFill>
            <a:prstDash val="solid"/>
            <a:round/>
            <a:headEnd len="sm" w="sm" type="none"/>
            <a:tailEnd len="sm" w="sm" type="none"/>
          </a:ln>
        </p:spPr>
      </p:cxnSp>
      <p:pic>
        <p:nvPicPr>
          <p:cNvPr id="385" name="Google Shape;385;p20"/>
          <p:cNvPicPr preferRelativeResize="0"/>
          <p:nvPr/>
        </p:nvPicPr>
        <p:blipFill rotWithShape="1">
          <a:blip r:embed="rId6">
            <a:alphaModFix/>
          </a:blip>
          <a:srcRect b="20664" l="48103" r="44252" t="65700"/>
          <a:stretch/>
        </p:blipFill>
        <p:spPr>
          <a:xfrm>
            <a:off x="4602059" y="2745336"/>
            <a:ext cx="838907" cy="841654"/>
          </a:xfrm>
          <a:prstGeom prst="rect">
            <a:avLst/>
          </a:prstGeom>
          <a:noFill/>
          <a:ln>
            <a:noFill/>
          </a:ln>
        </p:spPr>
      </p:pic>
      <p:cxnSp>
        <p:nvCxnSpPr>
          <p:cNvPr id="386" name="Google Shape;386;p20"/>
          <p:cNvCxnSpPr/>
          <p:nvPr/>
        </p:nvCxnSpPr>
        <p:spPr>
          <a:xfrm flipH="1" rot="10800000">
            <a:off x="3676686" y="2116039"/>
            <a:ext cx="1387071" cy="484444"/>
          </a:xfrm>
          <a:prstGeom prst="straightConnector1">
            <a:avLst/>
          </a:prstGeom>
          <a:noFill/>
          <a:ln cap="flat" cmpd="sng" w="28575">
            <a:solidFill>
              <a:schemeClr val="accent3"/>
            </a:solidFill>
            <a:prstDash val="solid"/>
            <a:round/>
            <a:headEnd len="sm" w="sm" type="none"/>
            <a:tailEnd len="sm" w="sm" type="none"/>
          </a:ln>
        </p:spPr>
      </p:cxnSp>
      <p:pic>
        <p:nvPicPr>
          <p:cNvPr id="387" name="Google Shape;387;p20"/>
          <p:cNvPicPr preferRelativeResize="0"/>
          <p:nvPr/>
        </p:nvPicPr>
        <p:blipFill rotWithShape="1">
          <a:blip r:embed="rId6">
            <a:alphaModFix/>
          </a:blip>
          <a:srcRect b="37094" l="48024" r="44231" t="49170"/>
          <a:stretch/>
        </p:blipFill>
        <p:spPr>
          <a:xfrm>
            <a:off x="4627584" y="1686960"/>
            <a:ext cx="860278" cy="858158"/>
          </a:xfrm>
          <a:prstGeom prst="rect">
            <a:avLst/>
          </a:prstGeom>
          <a:noFill/>
          <a:ln>
            <a:noFill/>
          </a:ln>
        </p:spPr>
      </p:pic>
      <p:cxnSp>
        <p:nvCxnSpPr>
          <p:cNvPr id="388" name="Google Shape;388;p20"/>
          <p:cNvCxnSpPr/>
          <p:nvPr/>
        </p:nvCxnSpPr>
        <p:spPr>
          <a:xfrm>
            <a:off x="5076035" y="2124250"/>
            <a:ext cx="1118146" cy="414419"/>
          </a:xfrm>
          <a:prstGeom prst="straightConnector1">
            <a:avLst/>
          </a:prstGeom>
          <a:noFill/>
          <a:ln cap="flat" cmpd="sng" w="28575">
            <a:solidFill>
              <a:schemeClr val="accent3"/>
            </a:solidFill>
            <a:prstDash val="solid"/>
            <a:round/>
            <a:headEnd len="sm" w="sm" type="none"/>
            <a:tailEnd len="sm" w="sm" type="none"/>
          </a:ln>
        </p:spPr>
      </p:cxnSp>
      <p:pic>
        <p:nvPicPr>
          <p:cNvPr id="389" name="Google Shape;389;p20"/>
          <p:cNvPicPr preferRelativeResize="0"/>
          <p:nvPr/>
        </p:nvPicPr>
        <p:blipFill rotWithShape="1">
          <a:blip r:embed="rId5">
            <a:alphaModFix/>
          </a:blip>
          <a:srcRect b="30443" l="34394" r="58015" t="55920"/>
          <a:stretch/>
        </p:blipFill>
        <p:spPr>
          <a:xfrm>
            <a:off x="5398847" y="1753841"/>
            <a:ext cx="1365407" cy="1379665"/>
          </a:xfrm>
          <a:prstGeom prst="rect">
            <a:avLst/>
          </a:prstGeom>
          <a:noFill/>
          <a:ln>
            <a:noFill/>
          </a:ln>
        </p:spPr>
      </p:pic>
      <p:cxnSp>
        <p:nvCxnSpPr>
          <p:cNvPr id="390" name="Google Shape;390;p20"/>
          <p:cNvCxnSpPr/>
          <p:nvPr/>
        </p:nvCxnSpPr>
        <p:spPr>
          <a:xfrm flipH="1" rot="10800000">
            <a:off x="5038357" y="2939950"/>
            <a:ext cx="793147" cy="235432"/>
          </a:xfrm>
          <a:prstGeom prst="straightConnector1">
            <a:avLst/>
          </a:prstGeom>
          <a:noFill/>
          <a:ln cap="flat" cmpd="sng" w="28575">
            <a:solidFill>
              <a:schemeClr val="accent3"/>
            </a:solidFill>
            <a:prstDash val="solid"/>
            <a:round/>
            <a:headEnd len="sm" w="sm" type="none"/>
            <a:tailEnd len="sm" w="sm" type="none"/>
          </a:ln>
        </p:spPr>
      </p:cxnSp>
      <p:pic>
        <p:nvPicPr>
          <p:cNvPr id="391" name="Google Shape;391;p20"/>
          <p:cNvPicPr preferRelativeResize="0"/>
          <p:nvPr/>
        </p:nvPicPr>
        <p:blipFill rotWithShape="1">
          <a:blip r:embed="rId5">
            <a:alphaModFix/>
          </a:blip>
          <a:srcRect b="30529" l="48680" r="43764" t="55834"/>
          <a:stretch/>
        </p:blipFill>
        <p:spPr>
          <a:xfrm>
            <a:off x="5554252" y="1991815"/>
            <a:ext cx="1342828" cy="1363370"/>
          </a:xfrm>
          <a:prstGeom prst="rect">
            <a:avLst/>
          </a:prstGeom>
          <a:noFill/>
          <a:ln>
            <a:noFill/>
          </a:ln>
        </p:spPr>
      </p:pic>
      <p:cxnSp>
        <p:nvCxnSpPr>
          <p:cNvPr id="392" name="Google Shape;392;p20"/>
          <p:cNvCxnSpPr/>
          <p:nvPr/>
        </p:nvCxnSpPr>
        <p:spPr>
          <a:xfrm flipH="1" rot="10800000">
            <a:off x="6575885" y="1575682"/>
            <a:ext cx="630784" cy="40278"/>
          </a:xfrm>
          <a:prstGeom prst="straightConnector1">
            <a:avLst/>
          </a:prstGeom>
          <a:noFill/>
          <a:ln cap="flat" cmpd="sng" w="28575">
            <a:solidFill>
              <a:schemeClr val="accent3"/>
            </a:solidFill>
            <a:prstDash val="solid"/>
            <a:round/>
            <a:headEnd len="sm" w="sm" type="none"/>
            <a:tailEnd len="sm" w="sm" type="none"/>
          </a:ln>
        </p:spPr>
      </p:cxnSp>
      <p:sp xmlns:p="http://schemas.openxmlformats.org/presentationml/2006/main" xmlns:a="http://schemas.openxmlformats.org/drawingml/2006/main">
        <p:nvSpPr>
          <p:cNvPr id="393"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396" name="Shape 396"/>
        <p:cNvGrpSpPr/>
        <p:nvPr/>
      </p:nvGrpSpPr>
      <p:grpSpPr>
        <a:xfrm>
          <a:off x="0" y="0"/>
          <a:ext cx="0" cy="0"/>
          <a:chOff x="0" y="0"/>
          <a:chExt cx="0" cy="0"/>
        </a:xfrm>
      </p:grpSpPr>
      <p:sp>
        <p:nvSpPr>
          <p:cNvPr id="397" name="Google Shape;397;p21"/>
          <p:cNvSpPr txBox="1"/>
          <p:nvPr/>
        </p:nvSpPr>
        <p:spPr>
          <a:xfrm>
            <a:off x="498347" y="397961"/>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查找边缘</a:t>
            </a:r>
            <a:endParaRPr b="1" i="0" sz="3600" u="none" cap="none" strike="noStrike">
              <a:solidFill>
                <a:schemeClr val="dk2"/>
              </a:solidFill>
              <a:latin typeface="Open Sans"/>
              <a:ea typeface="Noto Sans SC"/>
              <a:cs typeface="Open Sans"/>
              <a:sym typeface="Open Sans"/>
            </a:endParaRPr>
          </a:p>
        </p:txBody>
      </p:sp>
      <p:pic>
        <p:nvPicPr>
          <p:cNvPr id="398" name="Google Shape;398;p21"/>
          <p:cNvPicPr preferRelativeResize="0"/>
          <p:nvPr/>
        </p:nvPicPr>
        <p:blipFill rotWithShape="1">
          <a:blip r:embed="rId3">
            <a:alphaModFix/>
          </a:blip>
          <a:srcRect b="0" l="0" r="0" t="0"/>
          <a:stretch/>
        </p:blipFill>
        <p:spPr>
          <a:xfrm>
            <a:off x="4016359" y="1945854"/>
            <a:ext cx="2924175" cy="2743200"/>
          </a:xfrm>
          <a:prstGeom prst="rect">
            <a:avLst/>
          </a:prstGeom>
          <a:noFill/>
          <a:ln cap="flat" cmpd="sng" w="9525">
            <a:solidFill>
              <a:srgbClr val="B3B3B3"/>
            </a:solidFill>
            <a:prstDash val="solid"/>
            <a:round/>
            <a:headEnd len="sm" w="sm" type="none"/>
            <a:tailEnd len="sm" w="sm" type="none"/>
          </a:ln>
        </p:spPr>
      </p:pic>
      <p:pic>
        <p:nvPicPr>
          <p:cNvPr id="399" name="Google Shape;399;p21"/>
          <p:cNvPicPr preferRelativeResize="0"/>
          <p:nvPr/>
        </p:nvPicPr>
        <p:blipFill rotWithShape="1">
          <a:blip r:embed="rId4">
            <a:alphaModFix/>
          </a:blip>
          <a:srcRect b="0" l="0" r="0" t="0"/>
          <a:stretch/>
        </p:blipFill>
        <p:spPr>
          <a:xfrm>
            <a:off x="640113" y="1945854"/>
            <a:ext cx="2924175" cy="2743200"/>
          </a:xfrm>
          <a:prstGeom prst="rect">
            <a:avLst/>
          </a:prstGeom>
          <a:noFill/>
          <a:ln cap="flat" cmpd="sng" w="9525">
            <a:solidFill>
              <a:srgbClr val="B3B3B3"/>
            </a:solidFill>
            <a:prstDash val="solid"/>
            <a:round/>
            <a:headEnd len="sm" w="sm" type="none"/>
            <a:tailEnd len="sm" w="sm" type="none"/>
          </a:ln>
        </p:spPr>
      </p:pic>
      <p:pic>
        <p:nvPicPr>
          <p:cNvPr id="400" name="Google Shape;400;p21"/>
          <p:cNvPicPr preferRelativeResize="0"/>
          <p:nvPr/>
        </p:nvPicPr>
        <p:blipFill rotWithShape="1">
          <a:blip r:embed="rId5">
            <a:alphaModFix/>
          </a:blip>
          <a:srcRect b="0" l="0" r="0" t="0"/>
          <a:stretch/>
        </p:blipFill>
        <p:spPr>
          <a:xfrm>
            <a:off x="7392606" y="1945854"/>
            <a:ext cx="2924175" cy="2743200"/>
          </a:xfrm>
          <a:prstGeom prst="rect">
            <a:avLst/>
          </a:prstGeom>
          <a:noFill/>
          <a:ln>
            <a:noFill/>
          </a:ln>
        </p:spPr>
      </p:pic>
      <p:sp>
        <p:nvSpPr>
          <p:cNvPr id="401" name="Google Shape;401;p21"/>
          <p:cNvSpPr/>
          <p:nvPr/>
        </p:nvSpPr>
        <p:spPr>
          <a:xfrm>
            <a:off x="4016361" y="1140680"/>
            <a:ext cx="2924175" cy="670156"/>
          </a:xfrm>
          <a:prstGeom prst="rect">
            <a:avLst/>
          </a:prstGeom>
          <a:gradFill>
            <a:gsLst>
              <a:gs pos="0">
                <a:srgbClr val="143E90"/>
              </a:gs>
              <a:gs pos="50000">
                <a:srgbClr val="1E5BD0"/>
              </a:gs>
              <a:gs pos="100000">
                <a:srgbClr val="256DF9"/>
              </a:gs>
            </a:gsLst>
            <a:path path="circle">
              <a:fillToRect b="50%" l="50%" r="50%" t="50%"/>
            </a:path>
            <a:tileRect/>
          </a:gra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Open Sans"/>
              <a:buNone/>
            </a:pPr>
            <a:r>
              <a:rPr b="1" i="0" lang="en-US" sz="2000" u="none" cap="none" strike="noStrike">
                <a:solidFill>
                  <a:schemeClr val="lt1"/>
                </a:solidFill>
                <a:latin typeface="Noto Sans SC"/>
                <a:ea typeface="Noto Sans SC"/>
                <a:cs typeface="Open Sans"/>
                <a:sym typeface="Open Sans"/>
              </a:rPr>
              <a:t>原始图像</a:t>
            </a:r>
            <a:endParaRPr b="1" i="0" sz="2000" u="none" cap="none" strike="noStrike">
              <a:solidFill>
                <a:schemeClr val="lt1"/>
              </a:solidFill>
              <a:latin typeface="Open Sans"/>
              <a:ea typeface="Noto Sans SC"/>
              <a:cs typeface="Open Sans"/>
              <a:sym typeface="Open Sans"/>
            </a:endParaRPr>
          </a:p>
        </p:txBody>
      </p:sp>
      <p:sp>
        <p:nvSpPr>
          <p:cNvPr id="402" name="Google Shape;402;p21"/>
          <p:cNvSpPr/>
          <p:nvPr/>
        </p:nvSpPr>
        <p:spPr>
          <a:xfrm>
            <a:off x="640114" y="1140680"/>
            <a:ext cx="2924175" cy="670156"/>
          </a:xfrm>
          <a:prstGeom prst="rect">
            <a:avLst/>
          </a:prstGeom>
          <a:gradFill>
            <a:gsLst>
              <a:gs pos="0">
                <a:srgbClr val="143E90"/>
              </a:gs>
              <a:gs pos="50000">
                <a:srgbClr val="1E5BD0"/>
              </a:gs>
              <a:gs pos="100000">
                <a:srgbClr val="256DF9"/>
              </a:gs>
            </a:gsLst>
            <a:lin ang="10800000" scaled="0"/>
          </a:gra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Open Sans"/>
              <a:buNone/>
            </a:pPr>
            <a:r>
              <a:rPr b="1" i="0" lang="en-US" sz="2000" u="none" cap="none" strike="noStrike">
                <a:solidFill>
                  <a:schemeClr val="lt1"/>
                </a:solidFill>
                <a:latin typeface="Noto Sans SC"/>
                <a:ea typeface="Noto Sans SC"/>
                <a:cs typeface="Open Sans"/>
                <a:sym typeface="Open Sans"/>
              </a:rPr>
              <a:t>垂直边缘</a:t>
            </a:r>
            <a:endParaRPr b="0" i="0" sz="1400" u="none" cap="none" strike="noStrike">
              <a:solidFill>
                <a:srgbClr val="000000"/>
              </a:solidFill>
              <a:latin typeface="Open Sans"/>
              <a:ea typeface="Noto Sans SC"/>
              <a:cs typeface="Open Sans"/>
              <a:sym typeface="Open Sans"/>
            </a:endParaRPr>
          </a:p>
        </p:txBody>
      </p:sp>
      <p:sp>
        <p:nvSpPr>
          <p:cNvPr id="403" name="Google Shape;403;p21"/>
          <p:cNvSpPr/>
          <p:nvPr/>
        </p:nvSpPr>
        <p:spPr>
          <a:xfrm>
            <a:off x="7392607" y="1140680"/>
            <a:ext cx="2924175" cy="670156"/>
          </a:xfrm>
          <a:prstGeom prst="rect">
            <a:avLst/>
          </a:prstGeom>
          <a:gradFill>
            <a:gsLst>
              <a:gs pos="0">
                <a:srgbClr val="143E90"/>
              </a:gs>
              <a:gs pos="50000">
                <a:srgbClr val="1E5BD0"/>
              </a:gs>
              <a:gs pos="100000">
                <a:srgbClr val="256DF9"/>
              </a:gs>
            </a:gsLst>
            <a:lin ang="16200000" scaled="0"/>
          </a:gra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Open Sans"/>
              <a:buNone/>
            </a:pPr>
            <a:r>
              <a:rPr b="1" i="0" lang="en-US" sz="2000" u="none" cap="none" strike="noStrike">
                <a:solidFill>
                  <a:schemeClr val="lt1"/>
                </a:solidFill>
                <a:latin typeface="Noto Sans SC"/>
                <a:ea typeface="Noto Sans SC"/>
                <a:cs typeface="Open Sans"/>
                <a:sym typeface="Open Sans"/>
              </a:rPr>
              <a:t>水平边缘</a:t>
            </a:r>
            <a:endParaRPr b="0" i="0" sz="1400" u="none" cap="none" strike="noStrike">
              <a:solidFill>
                <a:srgbClr val="000000"/>
              </a:solidFill>
              <a:latin typeface="Open Sans"/>
              <a:ea typeface="Noto Sans SC"/>
              <a:cs typeface="Open Sans"/>
              <a:sym typeface="Open Sans"/>
            </a:endParaRPr>
          </a:p>
        </p:txBody>
      </p:sp>
      <p:graphicFrame>
        <p:nvGraphicFramePr>
          <p:cNvPr id="404" name="Google Shape;404;p21"/>
          <p:cNvGraphicFramePr/>
          <p:nvPr/>
        </p:nvGraphicFramePr>
        <p:xfrm>
          <a:off x="1258410" y="4824072"/>
          <a:ext cx="3000000" cy="3000000"/>
        </p:xfrm>
        <a:graphic>
          <a:graphicData uri="http://schemas.openxmlformats.org/drawingml/2006/table">
            <a:tbl>
              <a:tblPr bandRow="1" firstRow="1">
                <a:noFill/>
                <a:tableStyleId>{12C8CB8B-E5CB-499C-984B-79234ABCCBC8}</a:tableStyleId>
              </a:tblPr>
              <a:tblGrid>
                <a:gridCol w="562525"/>
                <a:gridCol w="562525"/>
                <a:gridCol w="562525"/>
              </a:tblGrid>
              <a:tr h="228600">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1</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28575">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-1</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3960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2</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28575">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-2</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2857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3960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28575">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2857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dk2"/>
                      </a:solidFill>
                      <a:prstDash val="solid"/>
                      <a:round/>
                      <a:headEnd len="sm" w="sm" type="none"/>
                      <a:tailEnd len="sm" w="sm" type="none"/>
                    </a:lnB>
                    <a:solidFill>
                      <a:srgbClr val="B9CFF9"/>
                    </a:solidFill>
                  </a:tcPr>
                </a:tc>
              </a:tr>
            </a:tbl>
          </a:graphicData>
        </a:graphic>
      </p:graphicFrame>
      <p:graphicFrame>
        <p:nvGraphicFramePr>
          <p:cNvPr id="405" name="Google Shape;405;p21"/>
          <p:cNvGraphicFramePr/>
          <p:nvPr/>
        </p:nvGraphicFramePr>
        <p:xfrm>
          <a:off x="4642608" y="4824072"/>
          <a:ext cx="3000000" cy="3000000"/>
        </p:xfrm>
        <a:graphic>
          <a:graphicData uri="http://schemas.openxmlformats.org/drawingml/2006/table">
            <a:tbl>
              <a:tblPr bandRow="1" firstRow="1">
                <a:noFill/>
                <a:tableStyleId>{12C8CB8B-E5CB-499C-984B-79234ABCCBC8}</a:tableStyleId>
              </a:tblPr>
              <a:tblGrid>
                <a:gridCol w="562525"/>
                <a:gridCol w="562525"/>
                <a:gridCol w="562525"/>
              </a:tblGrid>
              <a:tr h="228600">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28575">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0</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3960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28575">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2857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3960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28575">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2857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dk2"/>
                      </a:solidFill>
                      <a:prstDash val="solid"/>
                      <a:round/>
                      <a:headEnd len="sm" w="sm" type="none"/>
                      <a:tailEnd len="sm" w="sm" type="none"/>
                    </a:lnB>
                    <a:solidFill>
                      <a:srgbClr val="B9CFF9"/>
                    </a:solidFill>
                  </a:tcPr>
                </a:tc>
              </a:tr>
            </a:tbl>
          </a:graphicData>
        </a:graphic>
      </p:graphicFrame>
      <p:graphicFrame>
        <p:nvGraphicFramePr>
          <p:cNvPr id="406" name="Google Shape;406;p21"/>
          <p:cNvGraphicFramePr/>
          <p:nvPr/>
        </p:nvGraphicFramePr>
        <p:xfrm>
          <a:off x="8026806" y="4824072"/>
          <a:ext cx="3000000" cy="3000000"/>
        </p:xfrm>
        <a:graphic>
          <a:graphicData uri="http://schemas.openxmlformats.org/drawingml/2006/table">
            <a:tbl>
              <a:tblPr bandRow="1" firstRow="1">
                <a:noFill/>
                <a:tableStyleId>{12C8CB8B-E5CB-499C-984B-79234ABCCBC8}</a:tableStyleId>
              </a:tblPr>
              <a:tblGrid>
                <a:gridCol w="562525"/>
                <a:gridCol w="562525"/>
                <a:gridCol w="562525"/>
              </a:tblGrid>
              <a:tr h="228600">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1</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28575">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2</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b="0" lang="en-US" sz="1800" u="none" cap="none" strike="noStrike">
                          <a:solidFill>
                            <a:schemeClr val="dk2"/>
                          </a:solidFill>
                          <a:latin typeface="Open Sans"/>
                          <a:ea typeface="Noto Sans SC"/>
                          <a:cs typeface="Open Sans"/>
                          <a:sym typeface="Open Sans"/>
                        </a:rPr>
                        <a:t>1</a:t>
                      </a:r>
                      <a:endParaRPr b="0"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3960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28575">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0</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2857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B9CFF9"/>
                    </a:solidFill>
                  </a:tcPr>
                </a:tc>
              </a:tr>
              <a:tr h="396050">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28575">
                      <a:solidFill>
                        <a:schemeClr val="dk2"/>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-2</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dk2"/>
                      </a:solidFill>
                      <a:prstDash val="solid"/>
                      <a:round/>
                      <a:headEnd len="sm" w="sm" type="none"/>
                      <a:tailEnd len="sm" w="sm" type="none"/>
                    </a:lnB>
                    <a:solidFill>
                      <a:srgbClr val="B9CFF9"/>
                    </a:solidFill>
                  </a:tcPr>
                </a:tc>
                <a:tc>
                  <a:txBody>
                    <a:bodyPr/>
                    <a:lstStyle/>
                    <a:p>
                      <a:pPr indent="0" lvl="0" marL="0" marR="0" rtl="0" algn="ctr">
                        <a:lnSpc>
                          <a:spcPct val="100000"/>
                        </a:lnSpc>
                        <a:spcBef>
                          <a:spcPts val="0"/>
                        </a:spcBef>
                        <a:spcAft>
                          <a:spcPts val="0"/>
                        </a:spcAft>
                        <a:buClr>
                          <a:srgbClr val="000000"/>
                        </a:buClr>
                        <a:buSzPts val="1800"/>
                        <a:buFont typeface="Open Sans"/>
                        <a:buNone/>
                      </a:pPr>
                      <a:r>
                        <a:rPr lang="en-US" sz="1800" u="none" cap="none" strike="noStrike">
                          <a:solidFill>
                            <a:schemeClr val="dk2"/>
                          </a:solidFill>
                          <a:latin typeface="Open Sans"/>
                          <a:ea typeface="Noto Sans SC"/>
                          <a:cs typeface="Open Sans"/>
                          <a:sym typeface="Open Sans"/>
                        </a:rPr>
                        <a:t>-1</a:t>
                      </a:r>
                      <a:endParaRPr sz="1800" u="none" cap="none" strike="noStrike">
                        <a:solidFill>
                          <a:schemeClr val="dk2"/>
                        </a:solidFill>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28575">
                      <a:solidFill>
                        <a:schemeClr val="dk2"/>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dk2"/>
                      </a:solidFill>
                      <a:prstDash val="solid"/>
                      <a:round/>
                      <a:headEnd len="sm" w="sm" type="none"/>
                      <a:tailEnd len="sm" w="sm" type="none"/>
                    </a:lnB>
                    <a:solidFill>
                      <a:srgbClr val="B9CFF9"/>
                    </a:solidFill>
                  </a:tcPr>
                </a:tc>
              </a:tr>
            </a:tbl>
          </a:graphicData>
        </a:graphic>
      </p:graphicFrame>
      <p:sp xmlns:p="http://schemas.openxmlformats.org/presentationml/2006/main" xmlns:a="http://schemas.openxmlformats.org/drawingml/2006/main">
        <p:nvSpPr>
          <p:cNvPr id="407"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410" name="Shape 410"/>
        <p:cNvGrpSpPr/>
        <p:nvPr/>
      </p:nvGrpSpPr>
      <p:grpSpPr>
        <a:xfrm>
          <a:off x="0" y="0"/>
          <a:ext cx="0" cy="0"/>
          <a:chOff x="0" y="0"/>
          <a:chExt cx="0" cy="0"/>
        </a:xfrm>
      </p:grpSpPr>
      <p:sp>
        <p:nvSpPr>
          <p:cNvPr id="411" name="Google Shape;411;p22"/>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神经网络感知</a:t>
            </a:r>
            <a:endParaRPr b="1" i="0" sz="3600" u="none" cap="none" strike="noStrike">
              <a:solidFill>
                <a:schemeClr val="dk2"/>
              </a:solidFill>
              <a:latin typeface="Open Sans"/>
              <a:ea typeface="Noto Sans SC"/>
              <a:cs typeface="Open Sans"/>
              <a:sym typeface="Open Sans"/>
            </a:endParaRPr>
          </a:p>
        </p:txBody>
      </p:sp>
      <p:sp>
        <p:nvSpPr>
          <p:cNvPr id="412" name="Google Shape;412;p22"/>
          <p:cNvSpPr/>
          <p:nvPr/>
        </p:nvSpPr>
        <p:spPr>
          <a:xfrm rot="-5400000">
            <a:off x="1409611" y="1964250"/>
            <a:ext cx="1545536" cy="590931"/>
          </a:xfrm>
          <a:prstGeom prst="rect">
            <a:avLst/>
          </a:prstGeom>
          <a:solidFill>
            <a:srgbClr val="43A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0" i="0" lang="en-US" sz="1800" u="none" cap="none" strike="noStrike">
                <a:solidFill>
                  <a:schemeClr val="lt1"/>
                </a:solidFill>
                <a:latin typeface="Noto Sans SC"/>
                <a:ea typeface="Noto Sans SC"/>
                <a:cs typeface="Open Sans"/>
                <a:sym typeface="Open Sans"/>
              </a:rPr>
              <a:t>卷积层</a:t>
            </a:r>
            <a:endParaRPr b="0" i="0" sz="1400" u="none" cap="none" strike="noStrike">
              <a:solidFill>
                <a:srgbClr val="000000"/>
              </a:solidFill>
              <a:latin typeface="Open Sans"/>
              <a:ea typeface="Noto Sans SC"/>
              <a:cs typeface="Open Sans"/>
              <a:sym typeface="Open Sans"/>
            </a:endParaRPr>
          </a:p>
        </p:txBody>
      </p:sp>
      <p:sp>
        <p:nvSpPr>
          <p:cNvPr id="413" name="Google Shape;413;p22"/>
          <p:cNvSpPr/>
          <p:nvPr/>
        </p:nvSpPr>
        <p:spPr>
          <a:xfrm rot="-5400000">
            <a:off x="391548" y="1964250"/>
            <a:ext cx="1215984" cy="590931"/>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0" i="0" lang="en-US" sz="1800" u="none" cap="none" strike="noStrike">
                <a:solidFill>
                  <a:schemeClr val="lt1"/>
                </a:solidFill>
                <a:latin typeface="Noto Sans SC"/>
                <a:ea typeface="Noto Sans SC"/>
                <a:cs typeface="Open Sans"/>
                <a:sym typeface="Open Sans"/>
              </a:rPr>
              <a:t>输入</a:t>
            </a:r>
            <a:endParaRPr/>
          </a:p>
        </p:txBody>
      </p:sp>
      <p:sp>
        <p:nvSpPr>
          <p:cNvPr id="414" name="Google Shape;414;p22"/>
          <p:cNvSpPr/>
          <p:nvPr/>
        </p:nvSpPr>
        <p:spPr>
          <a:xfrm rot="-5400000">
            <a:off x="2592450" y="1964250"/>
            <a:ext cx="1545535" cy="590931"/>
          </a:xfrm>
          <a:prstGeom prst="rect">
            <a:avLst/>
          </a:prstGeom>
          <a:solidFill>
            <a:srgbClr val="43A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0" i="0" lang="en-US" sz="1800" u="none" cap="none" strike="noStrike">
                <a:solidFill>
                  <a:schemeClr val="lt1"/>
                </a:solidFill>
                <a:latin typeface="Noto Sans SC"/>
                <a:ea typeface="Noto Sans SC"/>
                <a:cs typeface="Open Sans"/>
                <a:sym typeface="Open Sans"/>
              </a:rPr>
              <a:t>卷积</a:t>
            </a:r>
            <a:endParaRPr b="0" i="0" sz="1800" u="none" cap="none" strike="noStrike">
              <a:solidFill>
                <a:schemeClr val="lt1"/>
              </a:solidFill>
              <a:latin typeface="Open Sans"/>
              <a:ea typeface="Noto Sans SC"/>
              <a:cs typeface="Open Sans"/>
              <a:sym typeface="Open Sans"/>
            </a:endParaRPr>
          </a:p>
        </p:txBody>
      </p:sp>
      <p:sp>
        <p:nvSpPr>
          <p:cNvPr id="415" name="Google Shape;415;p22"/>
          <p:cNvSpPr/>
          <p:nvPr/>
        </p:nvSpPr>
        <p:spPr>
          <a:xfrm rot="-5400000">
            <a:off x="3775289" y="1964250"/>
            <a:ext cx="1545535" cy="590931"/>
          </a:xfrm>
          <a:prstGeom prst="rect">
            <a:avLst/>
          </a:prstGeom>
          <a:solidFill>
            <a:srgbClr val="43A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0" i="0" lang="en-US" sz="1800" u="none" cap="none" strike="noStrike">
                <a:solidFill>
                  <a:schemeClr val="lt1"/>
                </a:solidFill>
                <a:latin typeface="Noto Sans SC"/>
                <a:ea typeface="Noto Sans SC"/>
                <a:cs typeface="Open Sans"/>
                <a:sym typeface="Open Sans"/>
              </a:rPr>
              <a:t>卷积</a:t>
            </a:r>
            <a:endParaRPr b="0" i="0" sz="1800" u="none" cap="none" strike="noStrike">
              <a:solidFill>
                <a:schemeClr val="lt1"/>
              </a:solidFill>
              <a:latin typeface="Open Sans"/>
              <a:ea typeface="Noto Sans SC"/>
              <a:cs typeface="Open Sans"/>
              <a:sym typeface="Open Sans"/>
            </a:endParaRPr>
          </a:p>
        </p:txBody>
      </p:sp>
      <p:sp>
        <p:nvSpPr>
          <p:cNvPr id="416" name="Google Shape;416;p22"/>
          <p:cNvSpPr/>
          <p:nvPr/>
        </p:nvSpPr>
        <p:spPr>
          <a:xfrm rot="-5400000">
            <a:off x="4958128" y="1964250"/>
            <a:ext cx="1545535" cy="590931"/>
          </a:xfrm>
          <a:prstGeom prst="rect">
            <a:avLst/>
          </a:prstGeom>
          <a:solidFill>
            <a:srgbClr val="43A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0" i="0" lang="en-US" sz="1800" u="none" cap="none" strike="noStrike">
                <a:solidFill>
                  <a:schemeClr val="lt1"/>
                </a:solidFill>
                <a:latin typeface="Noto Sans SC"/>
                <a:ea typeface="Noto Sans SC"/>
                <a:cs typeface="Open Sans"/>
                <a:sym typeface="Open Sans"/>
              </a:rPr>
              <a:t>卷积层</a:t>
            </a:r>
            <a:endParaRPr b="0" i="0" sz="1800" u="none" cap="none" strike="noStrike">
              <a:solidFill>
                <a:schemeClr val="lt1"/>
              </a:solidFill>
              <a:latin typeface="Open Sans"/>
              <a:ea typeface="Noto Sans SC"/>
              <a:cs typeface="Open Sans"/>
              <a:sym typeface="Open Sans"/>
            </a:endParaRPr>
          </a:p>
        </p:txBody>
      </p:sp>
      <p:sp>
        <p:nvSpPr>
          <p:cNvPr id="417" name="Google Shape;417;p22"/>
          <p:cNvSpPr/>
          <p:nvPr/>
        </p:nvSpPr>
        <p:spPr>
          <a:xfrm rot="-5400000">
            <a:off x="6358298" y="1964250"/>
            <a:ext cx="1110874" cy="590931"/>
          </a:xfrm>
          <a:prstGeom prst="rect">
            <a:avLst/>
          </a:prstGeom>
          <a:solidFill>
            <a:srgbClr val="3372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0" i="0" lang="en-US" sz="1800" u="none" cap="none" strike="noStrike">
                <a:solidFill>
                  <a:schemeClr val="lt1"/>
                </a:solidFill>
                <a:latin typeface="Noto Sans SC"/>
                <a:ea typeface="Noto Sans SC"/>
                <a:cs typeface="Open Sans"/>
                <a:sym typeface="Open Sans"/>
              </a:rPr>
              <a:t>密集层</a:t>
            </a:r>
            <a:endParaRPr b="0" i="0" sz="1800" u="none" cap="none" strike="noStrike">
              <a:solidFill>
                <a:schemeClr val="lt1"/>
              </a:solidFill>
              <a:latin typeface="Open Sans"/>
              <a:ea typeface="Noto Sans SC"/>
              <a:cs typeface="Open Sans"/>
              <a:sym typeface="Open Sans"/>
            </a:endParaRPr>
          </a:p>
        </p:txBody>
      </p:sp>
      <p:sp>
        <p:nvSpPr>
          <p:cNvPr id="418" name="Google Shape;418;p22"/>
          <p:cNvSpPr/>
          <p:nvPr/>
        </p:nvSpPr>
        <p:spPr>
          <a:xfrm rot="-5400000">
            <a:off x="8798605" y="1901216"/>
            <a:ext cx="959662" cy="590931"/>
          </a:xfrm>
          <a:prstGeom prst="rect">
            <a:avLst/>
          </a:pr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0" i="0" lang="en-US" sz="1800" u="none" cap="none" strike="noStrike">
                <a:solidFill>
                  <a:schemeClr val="lt1"/>
                </a:solidFill>
                <a:latin typeface="Noto Sans SC"/>
                <a:ea typeface="Noto Sans SC"/>
                <a:cs typeface="Open Sans"/>
                <a:sym typeface="Open Sans"/>
              </a:rPr>
              <a:t>输出层</a:t>
            </a:r>
            <a:endParaRPr b="0" i="0" sz="1800" u="none" cap="none" strike="noStrike">
              <a:solidFill>
                <a:schemeClr val="lt1"/>
              </a:solidFill>
              <a:latin typeface="Open Sans"/>
              <a:ea typeface="Noto Sans SC"/>
              <a:cs typeface="Open Sans"/>
              <a:sym typeface="Open Sans"/>
            </a:endParaRPr>
          </a:p>
        </p:txBody>
      </p:sp>
      <p:sp>
        <p:nvSpPr>
          <p:cNvPr id="419" name="Google Shape;419;p22"/>
          <p:cNvSpPr/>
          <p:nvPr/>
        </p:nvSpPr>
        <p:spPr>
          <a:xfrm rot="-5400000">
            <a:off x="7632672" y="1931921"/>
            <a:ext cx="927804" cy="590931"/>
          </a:xfrm>
          <a:prstGeom prst="rect">
            <a:avLst/>
          </a:prstGeom>
          <a:solidFill>
            <a:srgbClr val="3372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0" i="0" lang="en-US" sz="1800" u="none" cap="none" strike="noStrike">
                <a:solidFill>
                  <a:schemeClr val="lt1"/>
                </a:solidFill>
                <a:latin typeface="Noto Sans SC"/>
                <a:ea typeface="Noto Sans SC"/>
                <a:cs typeface="Open Sans"/>
                <a:sym typeface="Open Sans"/>
              </a:rPr>
              <a:t>密集层</a:t>
            </a:r>
            <a:endParaRPr b="0" i="0" sz="1400" u="none" cap="none" strike="noStrike">
              <a:solidFill>
                <a:srgbClr val="000000"/>
              </a:solidFill>
              <a:latin typeface="Open Sans"/>
              <a:ea typeface="Noto Sans SC"/>
              <a:cs typeface="Open Sans"/>
              <a:sym typeface="Open Sans"/>
            </a:endParaRPr>
          </a:p>
        </p:txBody>
      </p:sp>
      <p:sp>
        <p:nvSpPr>
          <p:cNvPr id="420" name="Google Shape;420;p22"/>
          <p:cNvSpPr/>
          <p:nvPr/>
        </p:nvSpPr>
        <p:spPr>
          <a:xfrm>
            <a:off x="3416690" y="3073183"/>
            <a:ext cx="1084175" cy="395215"/>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0" i="0" lang="en-US" sz="1800" u="none" cap="none" strike="noStrike">
                <a:solidFill>
                  <a:schemeClr val="lt1"/>
                </a:solidFill>
                <a:latin typeface="Noto Sans SC"/>
                <a:ea typeface="Noto Sans SC"/>
                <a:cs typeface="Open Sans"/>
                <a:sym typeface="Open Sans"/>
              </a:rPr>
              <a:t>纹理</a:t>
            </a:r>
            <a:endParaRPr/>
          </a:p>
        </p:txBody>
      </p:sp>
      <p:sp>
        <p:nvSpPr>
          <p:cNvPr id="421" name="Google Shape;421;p22"/>
          <p:cNvSpPr/>
          <p:nvPr/>
        </p:nvSpPr>
        <p:spPr>
          <a:xfrm>
            <a:off x="1886913" y="3073183"/>
            <a:ext cx="1084175" cy="395215"/>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0" i="0" lang="en-US" sz="1800" u="none" cap="none" strike="noStrike">
                <a:solidFill>
                  <a:schemeClr val="lt1"/>
                </a:solidFill>
                <a:latin typeface="Noto Sans SC"/>
                <a:ea typeface="Noto Sans SC"/>
                <a:cs typeface="Open Sans"/>
                <a:sym typeface="Open Sans"/>
              </a:rPr>
              <a:t>边缘</a:t>
            </a:r>
            <a:endParaRPr b="0" i="0" sz="1800" u="none" cap="none" strike="noStrike">
              <a:solidFill>
                <a:schemeClr val="lt1"/>
              </a:solidFill>
              <a:latin typeface="Open Sans"/>
              <a:ea typeface="Noto Sans SC"/>
              <a:cs typeface="Open Sans"/>
              <a:sym typeface="Open Sans"/>
            </a:endParaRPr>
          </a:p>
        </p:txBody>
      </p:sp>
      <p:sp>
        <p:nvSpPr>
          <p:cNvPr id="422" name="Google Shape;422;p22"/>
          <p:cNvSpPr/>
          <p:nvPr/>
        </p:nvSpPr>
        <p:spPr>
          <a:xfrm>
            <a:off x="4942186" y="3086100"/>
            <a:ext cx="1084175" cy="395215"/>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0" i="0" lang="en-US" sz="1800" u="none" cap="none" strike="noStrike">
                <a:solidFill>
                  <a:schemeClr val="lt1"/>
                </a:solidFill>
                <a:latin typeface="Noto Sans SC"/>
                <a:ea typeface="Noto Sans SC"/>
                <a:cs typeface="Open Sans"/>
                <a:sym typeface="Open Sans"/>
              </a:rPr>
              <a:t>物体</a:t>
            </a:r>
            <a:endParaRPr b="0" i="0" sz="1800" u="none" cap="none" strike="noStrike">
              <a:solidFill>
                <a:schemeClr val="lt1"/>
              </a:solidFill>
              <a:latin typeface="Open Sans"/>
              <a:ea typeface="Noto Sans SC"/>
              <a:cs typeface="Open Sans"/>
              <a:sym typeface="Open Sans"/>
            </a:endParaRPr>
          </a:p>
        </p:txBody>
      </p:sp>
      <p:cxnSp>
        <p:nvCxnSpPr>
          <p:cNvPr id="423" name="Google Shape;423;p22"/>
          <p:cNvCxnSpPr/>
          <p:nvPr/>
        </p:nvCxnSpPr>
        <p:spPr>
          <a:xfrm>
            <a:off x="1295006" y="2196682"/>
            <a:ext cx="591907" cy="0"/>
          </a:xfrm>
          <a:prstGeom prst="straightConnector1">
            <a:avLst/>
          </a:prstGeom>
          <a:noFill/>
          <a:ln cap="flat" cmpd="sng" w="38100">
            <a:solidFill>
              <a:schemeClr val="accent4"/>
            </a:solidFill>
            <a:prstDash val="solid"/>
            <a:round/>
            <a:headEnd len="sm" w="sm" type="none"/>
            <a:tailEnd len="med" w="med" type="triangle"/>
          </a:ln>
        </p:spPr>
      </p:cxnSp>
      <p:cxnSp>
        <p:nvCxnSpPr>
          <p:cNvPr id="424" name="Google Shape;424;p22"/>
          <p:cNvCxnSpPr/>
          <p:nvPr/>
        </p:nvCxnSpPr>
        <p:spPr>
          <a:xfrm flipH="1" rot="10800000">
            <a:off x="2477845" y="2259715"/>
            <a:ext cx="591907" cy="1"/>
          </a:xfrm>
          <a:prstGeom prst="straightConnector1">
            <a:avLst/>
          </a:prstGeom>
          <a:noFill/>
          <a:ln cap="flat" cmpd="sng" w="38100">
            <a:solidFill>
              <a:schemeClr val="accent4"/>
            </a:solidFill>
            <a:prstDash val="solid"/>
            <a:round/>
            <a:headEnd len="sm" w="sm" type="none"/>
            <a:tailEnd len="med" w="med" type="triangle"/>
          </a:ln>
        </p:spPr>
      </p:cxnSp>
      <p:cxnSp>
        <p:nvCxnSpPr>
          <p:cNvPr id="425" name="Google Shape;425;p22"/>
          <p:cNvCxnSpPr/>
          <p:nvPr/>
        </p:nvCxnSpPr>
        <p:spPr>
          <a:xfrm>
            <a:off x="3660683" y="2259715"/>
            <a:ext cx="591908" cy="0"/>
          </a:xfrm>
          <a:prstGeom prst="straightConnector1">
            <a:avLst/>
          </a:prstGeom>
          <a:noFill/>
          <a:ln cap="flat" cmpd="sng" w="38100">
            <a:solidFill>
              <a:schemeClr val="accent4"/>
            </a:solidFill>
            <a:prstDash val="solid"/>
            <a:round/>
            <a:headEnd len="sm" w="sm" type="none"/>
            <a:tailEnd len="med" w="med" type="triangle"/>
          </a:ln>
        </p:spPr>
      </p:cxnSp>
      <p:cxnSp>
        <p:nvCxnSpPr>
          <p:cNvPr id="426" name="Google Shape;426;p22"/>
          <p:cNvCxnSpPr/>
          <p:nvPr/>
        </p:nvCxnSpPr>
        <p:spPr>
          <a:xfrm>
            <a:off x="4843522" y="2259715"/>
            <a:ext cx="591908" cy="0"/>
          </a:xfrm>
          <a:prstGeom prst="straightConnector1">
            <a:avLst/>
          </a:prstGeom>
          <a:noFill/>
          <a:ln cap="flat" cmpd="sng" w="38100">
            <a:solidFill>
              <a:schemeClr val="accent4"/>
            </a:solidFill>
            <a:prstDash val="solid"/>
            <a:round/>
            <a:headEnd len="sm" w="sm" type="none"/>
            <a:tailEnd len="med" w="med" type="triangle"/>
          </a:ln>
        </p:spPr>
      </p:cxnSp>
      <p:cxnSp>
        <p:nvCxnSpPr>
          <p:cNvPr id="427" name="Google Shape;427;p22"/>
          <p:cNvCxnSpPr/>
          <p:nvPr/>
        </p:nvCxnSpPr>
        <p:spPr>
          <a:xfrm>
            <a:off x="6026361" y="2176577"/>
            <a:ext cx="591909" cy="1"/>
          </a:xfrm>
          <a:prstGeom prst="straightConnector1">
            <a:avLst/>
          </a:prstGeom>
          <a:noFill/>
          <a:ln cap="flat" cmpd="sng" w="38100">
            <a:solidFill>
              <a:schemeClr val="accent4"/>
            </a:solidFill>
            <a:prstDash val="solid"/>
            <a:round/>
            <a:headEnd len="sm" w="sm" type="none"/>
            <a:tailEnd len="med" w="med" type="triangle"/>
          </a:ln>
        </p:spPr>
      </p:cxnSp>
      <p:cxnSp>
        <p:nvCxnSpPr>
          <p:cNvPr id="428" name="Google Shape;428;p22"/>
          <p:cNvCxnSpPr/>
          <p:nvPr/>
        </p:nvCxnSpPr>
        <p:spPr>
          <a:xfrm flipH="1" rot="10800000">
            <a:off x="7209201" y="2201402"/>
            <a:ext cx="591907" cy="1"/>
          </a:xfrm>
          <a:prstGeom prst="straightConnector1">
            <a:avLst/>
          </a:prstGeom>
          <a:noFill/>
          <a:ln cap="flat" cmpd="sng" w="38100">
            <a:solidFill>
              <a:schemeClr val="accent4"/>
            </a:solidFill>
            <a:prstDash val="solid"/>
            <a:round/>
            <a:headEnd len="sm" w="sm" type="none"/>
            <a:tailEnd len="med" w="med" type="triangle"/>
          </a:ln>
        </p:spPr>
      </p:cxnSp>
      <p:cxnSp>
        <p:nvCxnSpPr>
          <p:cNvPr id="429" name="Google Shape;429;p22"/>
          <p:cNvCxnSpPr/>
          <p:nvPr/>
        </p:nvCxnSpPr>
        <p:spPr>
          <a:xfrm>
            <a:off x="8392039" y="2214059"/>
            <a:ext cx="591913" cy="1"/>
          </a:xfrm>
          <a:prstGeom prst="straightConnector1">
            <a:avLst/>
          </a:prstGeom>
          <a:noFill/>
          <a:ln cap="flat" cmpd="sng" w="38100">
            <a:solidFill>
              <a:schemeClr val="accent4"/>
            </a:solidFill>
            <a:prstDash val="solid"/>
            <a:round/>
            <a:headEnd len="sm" w="sm" type="none"/>
            <a:tailEnd len="med" w="med" type="triangle"/>
          </a:ln>
        </p:spPr>
      </p:cxnSp>
      <p:pic>
        <p:nvPicPr>
          <p:cNvPr id="430" name="Google Shape;430;p22"/>
          <p:cNvPicPr preferRelativeResize="0"/>
          <p:nvPr/>
        </p:nvPicPr>
        <p:blipFill rotWithShape="1">
          <a:blip r:embed="rId3">
            <a:alphaModFix/>
          </a:blip>
          <a:srcRect b="24091" l="32577" r="39692" t="42764"/>
          <a:stretch/>
        </p:blipFill>
        <p:spPr>
          <a:xfrm>
            <a:off x="1590959" y="3577442"/>
            <a:ext cx="4515437" cy="2336831"/>
          </a:xfrm>
          <a:prstGeom prst="rect">
            <a:avLst/>
          </a:prstGeom>
          <a:noFill/>
          <a:ln>
            <a:noFill/>
          </a:ln>
        </p:spPr>
      </p:pic>
      <p:sp xmlns:p="http://schemas.openxmlformats.org/presentationml/2006/main" xmlns:a="http://schemas.openxmlformats.org/drawingml/2006/main">
        <p:nvSpPr>
          <p:cNvPr id="431"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434" name="Shape 434"/>
        <p:cNvGrpSpPr/>
        <p:nvPr/>
      </p:nvGrpSpPr>
      <p:grpSpPr>
        <a:xfrm>
          <a:off x="0" y="0"/>
          <a:ext cx="0" cy="0"/>
          <a:chOff x="0" y="0"/>
          <a:chExt cx="0" cy="0"/>
        </a:xfrm>
      </p:grpSpPr>
      <p:sp>
        <p:nvSpPr>
          <p:cNvPr id="435" name="Google Shape;435;p23"/>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神经网络感知</a:t>
            </a:r>
            <a:endParaRPr b="1" i="0" sz="3600" u="none" cap="none" strike="noStrike">
              <a:solidFill>
                <a:schemeClr val="dk2"/>
              </a:solidFill>
              <a:latin typeface="Open Sans"/>
              <a:ea typeface="Noto Sans SC"/>
              <a:cs typeface="Open Sans"/>
              <a:sym typeface="Open Sans"/>
            </a:endParaRPr>
          </a:p>
        </p:txBody>
      </p:sp>
      <p:pic>
        <p:nvPicPr>
          <p:cNvPr id="436" name="Google Shape;436;p23"/>
          <p:cNvPicPr preferRelativeResize="0"/>
          <p:nvPr/>
        </p:nvPicPr>
        <p:blipFill rotWithShape="1">
          <a:blip r:embed="rId3">
            <a:alphaModFix/>
          </a:blip>
          <a:srcRect b="0" l="0" r="0" t="0"/>
          <a:stretch/>
        </p:blipFill>
        <p:spPr>
          <a:xfrm>
            <a:off x="5753170" y="1662749"/>
            <a:ext cx="4721285" cy="3559699"/>
          </a:xfrm>
          <a:prstGeom prst="rect">
            <a:avLst/>
          </a:prstGeom>
          <a:noFill/>
          <a:ln cap="flat" cmpd="sng" w="9525">
            <a:solidFill>
              <a:schemeClr val="dk2"/>
            </a:solidFill>
            <a:prstDash val="solid"/>
            <a:round/>
            <a:headEnd len="sm" w="sm" type="none"/>
            <a:tailEnd len="sm" w="sm" type="none"/>
          </a:ln>
          <a:effectLst>
            <a:outerShdw blurRad="50800" rotWithShape="0" algn="tr" dir="8100000" dist="38100">
              <a:srgbClr val="000000">
                <a:alpha val="40000"/>
              </a:srgbClr>
            </a:outerShdw>
          </a:effectLst>
        </p:spPr>
      </p:pic>
      <p:pic>
        <p:nvPicPr>
          <p:cNvPr descr="A picture containing table, indoor, sitting, small  Description automatically generated" id="437" name="Google Shape;437;p23"/>
          <p:cNvPicPr preferRelativeResize="0"/>
          <p:nvPr/>
        </p:nvPicPr>
        <p:blipFill rotWithShape="1">
          <a:blip r:embed="rId4">
            <a:alphaModFix/>
          </a:blip>
          <a:srcRect b="0" l="0" r="0" t="0"/>
          <a:stretch/>
        </p:blipFill>
        <p:spPr>
          <a:xfrm>
            <a:off x="498348" y="1662749"/>
            <a:ext cx="4721284" cy="3559699"/>
          </a:xfrm>
          <a:prstGeom prst="rect">
            <a:avLst/>
          </a:prstGeom>
          <a:noFill/>
          <a:ln cap="flat" cmpd="sng" w="9525">
            <a:solidFill>
              <a:schemeClr val="dk2"/>
            </a:solidFill>
            <a:prstDash val="solid"/>
            <a:round/>
            <a:headEnd len="sm" w="sm" type="none"/>
            <a:tailEnd len="sm" w="sm" type="none"/>
          </a:ln>
          <a:effectLst>
            <a:outerShdw blurRad="50800" rotWithShape="0" algn="tr" dir="8100000" dist="38100">
              <a:srgbClr val="000000">
                <a:alpha val="40000"/>
              </a:srgbClr>
            </a:outerShdw>
          </a:effectLst>
        </p:spPr>
      </p:pic>
      <p:sp xmlns:p="http://schemas.openxmlformats.org/presentationml/2006/main" xmlns:a="http://schemas.openxmlformats.org/drawingml/2006/main">
        <p:nvSpPr>
          <p:cNvPr id="438"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441" name="Shape 441"/>
        <p:cNvGrpSpPr/>
        <p:nvPr/>
      </p:nvGrpSpPr>
      <p:grpSpPr>
        <a:xfrm>
          <a:off x="0" y="0"/>
          <a:ext cx="0" cy="0"/>
          <a:chOff x="0" y="0"/>
          <a:chExt cx="0" cy="0"/>
        </a:xfrm>
      </p:grpSpPr>
      <p:sp>
        <p:nvSpPr>
          <p:cNvPr id="442" name="Google Shape;442;p24"/>
          <p:cNvSpPr txBox="1"/>
          <p:nvPr/>
        </p:nvSpPr>
        <p:spPr>
          <a:xfrm>
            <a:off x="498348" y="2790635"/>
            <a:ext cx="9976104" cy="590931"/>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rgbClr val="000000"/>
                </a:solidFill>
                <a:latin typeface="Noto Sans SC"/>
                <a:ea typeface="Noto Sans SC"/>
                <a:cs typeface="Open Sans"/>
                <a:sym typeface="Open Sans"/>
              </a:rPr>
              <a:t>模型中的其他层</a:t>
            </a:r>
            <a:endParaRPr b="1" i="0" sz="3600" u="none" cap="none" strike="noStrike">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443"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446" name="Shape 446"/>
        <p:cNvGrpSpPr/>
        <p:nvPr/>
      </p:nvGrpSpPr>
      <p:grpSpPr>
        <a:xfrm>
          <a:off x="0" y="0"/>
          <a:ext cx="0" cy="0"/>
          <a:chOff x="0" y="0"/>
          <a:chExt cx="0" cy="0"/>
        </a:xfrm>
      </p:grpSpPr>
      <p:sp>
        <p:nvSpPr>
          <p:cNvPr id="447" name="Google Shape;447;p25"/>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最大池化层</a:t>
            </a:r>
            <a:endParaRPr b="1" i="0" sz="3600" u="none" cap="none" strike="noStrike">
              <a:solidFill>
                <a:schemeClr val="dk2"/>
              </a:solidFill>
              <a:latin typeface="Open Sans"/>
              <a:ea typeface="Noto Sans SC"/>
              <a:cs typeface="Open Sans"/>
              <a:sym typeface="Open Sans"/>
            </a:endParaRPr>
          </a:p>
        </p:txBody>
      </p:sp>
      <p:graphicFrame>
        <p:nvGraphicFramePr>
          <p:cNvPr id="448" name="Google Shape;448;p25"/>
          <p:cNvGraphicFramePr/>
          <p:nvPr/>
        </p:nvGraphicFramePr>
        <p:xfrm>
          <a:off x="1074655" y="1813666"/>
          <a:ext cx="3000000" cy="3000000"/>
        </p:xfrm>
        <a:graphic>
          <a:graphicData uri="http://schemas.openxmlformats.org/drawingml/2006/table">
            <a:tbl>
              <a:tblPr bandRow="1" firstRow="1">
                <a:noFill/>
                <a:tableStyleId>{12C8CB8B-E5CB-499C-984B-79234ABCCBC8}</a:tableStyleId>
              </a:tblPr>
              <a:tblGrid>
                <a:gridCol w="1166575"/>
                <a:gridCol w="1166575"/>
                <a:gridCol w="1166575"/>
                <a:gridCol w="1166575"/>
              </a:tblGrid>
              <a:tr h="726550">
                <a:tc>
                  <a:txBody>
                    <a:bodyPr/>
                    <a:lstStyle/>
                    <a:p>
                      <a:pPr indent="0" lvl="0" marL="0" marR="0" rtl="0" algn="ctr">
                        <a:lnSpc>
                          <a:spcPct val="100000"/>
                        </a:lnSpc>
                        <a:spcBef>
                          <a:spcPts val="0"/>
                        </a:spcBef>
                        <a:spcAft>
                          <a:spcPts val="0"/>
                        </a:spcAft>
                        <a:buClr>
                          <a:srgbClr val="000000"/>
                        </a:buClr>
                        <a:buSzPts val="2000"/>
                        <a:buFont typeface="Open Sans"/>
                        <a:buNone/>
                      </a:pPr>
                      <a:r>
                        <a:rPr b="0" lang="en-US" sz="2000" u="none" cap="none" strike="noStrike">
                          <a:solidFill>
                            <a:schemeClr val="dk2"/>
                          </a:solidFill>
                          <a:latin typeface="Open Sans"/>
                          <a:ea typeface="Noto Sans SC"/>
                          <a:cs typeface="Open Sans"/>
                          <a:sym typeface="Open Sans"/>
                        </a:rPr>
                        <a:t>110</a:t>
                      </a:r>
                      <a:endParaRPr b="0" sz="2000" u="none" cap="none" strike="noStrike">
                        <a:solidFill>
                          <a:schemeClr val="dk2"/>
                        </a:solidFill>
                        <a:latin typeface="Open Sans"/>
                        <a:ea typeface="Noto Sans SC"/>
                        <a:cs typeface="Open Sans"/>
                        <a:sym typeface="Open Sans"/>
                      </a:endParaRPr>
                    </a:p>
                  </a:txBody>
                  <a:tcPr marT="45725" marB="45725" marR="91450" marL="91450" anchor="ctr">
                    <a:lnL cap="flat" cmpd="sng" w="38100">
                      <a:solidFill>
                        <a:srgbClr val="F9C1C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rgbClr val="F9C1C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2000"/>
                        <a:buFont typeface="Open Sans"/>
                        <a:buNone/>
                      </a:pPr>
                      <a:r>
                        <a:rPr b="0" lang="en-US" sz="2000" u="none" cap="none" strike="noStrike">
                          <a:solidFill>
                            <a:schemeClr val="dk2"/>
                          </a:solidFill>
                          <a:latin typeface="Open Sans"/>
                          <a:ea typeface="Noto Sans SC"/>
                          <a:cs typeface="Open Sans"/>
                          <a:sym typeface="Open Sans"/>
                        </a:rPr>
                        <a:t>256</a:t>
                      </a:r>
                      <a:endParaRPr b="0" sz="20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rgbClr val="F18686"/>
                      </a:solidFill>
                      <a:prstDash val="solid"/>
                      <a:round/>
                      <a:headEnd len="sm" w="sm" type="none"/>
                      <a:tailEnd len="sm" w="sm" type="none"/>
                    </a:lnR>
                    <a:lnT cap="flat" cmpd="sng" w="38100">
                      <a:solidFill>
                        <a:srgbClr val="F9C1C1"/>
                      </a:solidFill>
                      <a:prstDash val="solid"/>
                      <a:round/>
                      <a:headEnd len="sm" w="sm" type="none"/>
                      <a:tailEnd len="sm" w="sm" type="none"/>
                    </a:lnT>
                    <a:lnB cap="flat" cmpd="sng" w="12700">
                      <a:solidFill>
                        <a:schemeClr val="lt1"/>
                      </a:solidFill>
                      <a:prstDash val="solid"/>
                      <a:round/>
                      <a:headEnd len="sm" w="sm" type="none"/>
                      <a:tailEnd len="sm" w="sm" type="none"/>
                    </a:lnB>
                    <a:solidFill>
                      <a:srgbClr val="F9C1C1"/>
                    </a:solidFill>
                  </a:tcPr>
                </a:tc>
                <a:tc>
                  <a:txBody>
                    <a:bodyPr/>
                    <a:lstStyle/>
                    <a:p>
                      <a:pPr indent="0" lvl="0" marL="0" marR="0" rtl="0" algn="ctr">
                        <a:lnSpc>
                          <a:spcPct val="100000"/>
                        </a:lnSpc>
                        <a:spcBef>
                          <a:spcPts val="0"/>
                        </a:spcBef>
                        <a:spcAft>
                          <a:spcPts val="0"/>
                        </a:spcAft>
                        <a:buClr>
                          <a:srgbClr val="000000"/>
                        </a:buClr>
                        <a:buSzPts val="2000"/>
                        <a:buFont typeface="Open Sans"/>
                        <a:buNone/>
                      </a:pPr>
                      <a:r>
                        <a:rPr b="0" lang="en-US" sz="2000" u="none" cap="none" strike="noStrike">
                          <a:solidFill>
                            <a:schemeClr val="dk2"/>
                          </a:solidFill>
                          <a:latin typeface="Open Sans"/>
                          <a:ea typeface="Noto Sans SC"/>
                          <a:cs typeface="Open Sans"/>
                          <a:sym typeface="Open Sans"/>
                        </a:rPr>
                        <a:t>153</a:t>
                      </a:r>
                      <a:endParaRPr b="0" sz="20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F18686"/>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rgbClr val="F18686"/>
                      </a:solidFill>
                      <a:prstDash val="solid"/>
                      <a:round/>
                      <a:headEnd len="sm" w="sm" type="none"/>
                      <a:tailEnd len="sm" w="sm" type="none"/>
                    </a:lnT>
                    <a:lnB cap="flat" cmpd="sng" w="12700">
                      <a:solidFill>
                        <a:schemeClr val="lt1"/>
                      </a:solidFill>
                      <a:prstDash val="solid"/>
                      <a:round/>
                      <a:headEnd len="sm" w="sm" type="none"/>
                      <a:tailEnd len="sm" w="sm" type="none"/>
                    </a:lnB>
                    <a:solidFill>
                      <a:srgbClr val="F9C1C1"/>
                    </a:solidFill>
                  </a:tcPr>
                </a:tc>
                <a:tc>
                  <a:txBody>
                    <a:bodyPr/>
                    <a:lstStyle/>
                    <a:p>
                      <a:pPr indent="0" lvl="0" marL="0" marR="0" rtl="0" algn="ctr">
                        <a:lnSpc>
                          <a:spcPct val="100000"/>
                        </a:lnSpc>
                        <a:spcBef>
                          <a:spcPts val="0"/>
                        </a:spcBef>
                        <a:spcAft>
                          <a:spcPts val="0"/>
                        </a:spcAft>
                        <a:buClr>
                          <a:srgbClr val="000000"/>
                        </a:buClr>
                        <a:buSzPts val="2000"/>
                        <a:buFont typeface="Open Sans"/>
                        <a:buNone/>
                      </a:pPr>
                      <a:r>
                        <a:rPr b="0" lang="en-US" sz="2000" u="none" cap="none" strike="noStrike">
                          <a:solidFill>
                            <a:schemeClr val="dk2"/>
                          </a:solidFill>
                          <a:latin typeface="Open Sans"/>
                          <a:ea typeface="Noto Sans SC"/>
                          <a:cs typeface="Open Sans"/>
                          <a:sym typeface="Open Sans"/>
                        </a:rPr>
                        <a:t>67</a:t>
                      </a:r>
                      <a:endParaRPr b="0" sz="20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rgbClr val="F18686"/>
                      </a:solidFill>
                      <a:prstDash val="solid"/>
                      <a:round/>
                      <a:headEnd len="sm" w="sm" type="none"/>
                      <a:tailEnd len="sm" w="sm" type="none"/>
                    </a:lnR>
                    <a:lnT cap="flat" cmpd="sng" w="57150">
                      <a:solidFill>
                        <a:srgbClr val="F18686"/>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726550">
                <a:tc>
                  <a:txBody>
                    <a:bodyPr/>
                    <a:lstStyle/>
                    <a:p>
                      <a:pPr indent="0" lvl="0" marL="0" marR="0" rtl="0" algn="ctr">
                        <a:lnSpc>
                          <a:spcPct val="100000"/>
                        </a:lnSpc>
                        <a:spcBef>
                          <a:spcPts val="0"/>
                        </a:spcBef>
                        <a:spcAft>
                          <a:spcPts val="0"/>
                        </a:spcAft>
                        <a:buClr>
                          <a:srgbClr val="000000"/>
                        </a:buClr>
                        <a:buSzPts val="2000"/>
                        <a:buFont typeface="Open Sans"/>
                        <a:buNone/>
                      </a:pPr>
                      <a:r>
                        <a:rPr b="0" lang="en-US" sz="2000" u="none" cap="none" strike="noStrike">
                          <a:solidFill>
                            <a:schemeClr val="dk2"/>
                          </a:solidFill>
                          <a:latin typeface="Open Sans"/>
                          <a:ea typeface="Noto Sans SC"/>
                          <a:cs typeface="Open Sans"/>
                          <a:sym typeface="Open Sans"/>
                        </a:rPr>
                        <a:t>12</a:t>
                      </a:r>
                      <a:endParaRPr b="0" sz="2000" u="none" cap="none" strike="noStrike">
                        <a:solidFill>
                          <a:schemeClr val="dk2"/>
                        </a:solidFill>
                        <a:latin typeface="Open Sans"/>
                        <a:ea typeface="Noto Sans SC"/>
                        <a:cs typeface="Open Sans"/>
                        <a:sym typeface="Open Sans"/>
                      </a:endParaRPr>
                    </a:p>
                  </a:txBody>
                  <a:tcPr marT="45725" marB="45725" marR="91450" marL="91450" anchor="ctr">
                    <a:lnL cap="flat" cmpd="sng" w="38100">
                      <a:solidFill>
                        <a:srgbClr val="F9C1C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rgbClr val="EB4848"/>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2000"/>
                        <a:buFont typeface="Open Sans"/>
                        <a:buNone/>
                      </a:pPr>
                      <a:r>
                        <a:rPr b="0" lang="en-US" sz="2000" u="none" cap="none" strike="noStrike">
                          <a:solidFill>
                            <a:schemeClr val="dk2"/>
                          </a:solidFill>
                          <a:latin typeface="Open Sans"/>
                          <a:ea typeface="Noto Sans SC"/>
                          <a:cs typeface="Open Sans"/>
                          <a:sym typeface="Open Sans"/>
                        </a:rPr>
                        <a:t>89</a:t>
                      </a:r>
                      <a:endParaRPr b="0" sz="20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rgbClr val="F18686"/>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rgbClr val="EB4848"/>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2000"/>
                        <a:buFont typeface="Open Sans"/>
                        <a:buNone/>
                      </a:pPr>
                      <a:r>
                        <a:rPr b="0" lang="en-US" sz="2000" u="none" cap="none" strike="noStrike">
                          <a:solidFill>
                            <a:schemeClr val="dk2"/>
                          </a:solidFill>
                          <a:latin typeface="Open Sans"/>
                          <a:ea typeface="Noto Sans SC"/>
                          <a:cs typeface="Open Sans"/>
                          <a:sym typeface="Open Sans"/>
                        </a:rPr>
                        <a:t>88</a:t>
                      </a:r>
                      <a:endParaRPr b="0" sz="20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F18686"/>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rgbClr val="760D0D"/>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2000"/>
                        <a:buFont typeface="Open Sans"/>
                        <a:buNone/>
                      </a:pPr>
                      <a:r>
                        <a:rPr b="0" lang="en-US" sz="2000" u="none" cap="none" strike="noStrike">
                          <a:solidFill>
                            <a:schemeClr val="dk2"/>
                          </a:solidFill>
                          <a:latin typeface="Open Sans"/>
                          <a:ea typeface="Noto Sans SC"/>
                          <a:cs typeface="Open Sans"/>
                          <a:sym typeface="Open Sans"/>
                        </a:rPr>
                        <a:t>43</a:t>
                      </a:r>
                      <a:endParaRPr b="0" sz="20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rgbClr val="F18686"/>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rgbClr val="760D0D"/>
                      </a:solidFill>
                      <a:prstDash val="solid"/>
                      <a:round/>
                      <a:headEnd len="sm" w="sm" type="none"/>
                      <a:tailEnd len="sm" w="sm" type="none"/>
                    </a:lnB>
                    <a:solidFill>
                      <a:srgbClr val="F2F2F2"/>
                    </a:solidFill>
                  </a:tcPr>
                </a:tc>
              </a:tr>
              <a:tr h="726550">
                <a:tc>
                  <a:txBody>
                    <a:bodyPr/>
                    <a:lstStyle/>
                    <a:p>
                      <a:pPr indent="0" lvl="0" marL="0" marR="0" rtl="0" algn="ctr">
                        <a:lnSpc>
                          <a:spcPct val="100000"/>
                        </a:lnSpc>
                        <a:spcBef>
                          <a:spcPts val="0"/>
                        </a:spcBef>
                        <a:spcAft>
                          <a:spcPts val="0"/>
                        </a:spcAft>
                        <a:buClr>
                          <a:srgbClr val="000000"/>
                        </a:buClr>
                        <a:buSzPts val="2000"/>
                        <a:buFont typeface="Open Sans"/>
                        <a:buNone/>
                      </a:pPr>
                      <a:r>
                        <a:rPr b="0" lang="en-US" sz="2000" u="none" cap="none" strike="noStrike">
                          <a:solidFill>
                            <a:schemeClr val="dk2"/>
                          </a:solidFill>
                          <a:latin typeface="Open Sans"/>
                          <a:ea typeface="Noto Sans SC"/>
                          <a:cs typeface="Open Sans"/>
                          <a:sym typeface="Open Sans"/>
                        </a:rPr>
                        <a:t>10</a:t>
                      </a:r>
                      <a:endParaRPr b="0" sz="20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EB4848"/>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rgbClr val="EB4848"/>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2000"/>
                        <a:buFont typeface="Open Sans"/>
                        <a:buNone/>
                      </a:pPr>
                      <a:r>
                        <a:rPr b="0" lang="en-US" sz="2000" u="none" cap="none" strike="noStrike">
                          <a:solidFill>
                            <a:schemeClr val="dk2"/>
                          </a:solidFill>
                          <a:latin typeface="Open Sans"/>
                          <a:ea typeface="Noto Sans SC"/>
                          <a:cs typeface="Open Sans"/>
                          <a:sym typeface="Open Sans"/>
                        </a:rPr>
                        <a:t>15</a:t>
                      </a:r>
                      <a:endParaRPr b="0" sz="20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rgbClr val="760D0D"/>
                      </a:solidFill>
                      <a:prstDash val="solid"/>
                      <a:round/>
                      <a:headEnd len="sm" w="sm" type="none"/>
                      <a:tailEnd len="sm" w="sm" type="none"/>
                    </a:lnR>
                    <a:lnT cap="flat" cmpd="sng" w="57150">
                      <a:solidFill>
                        <a:srgbClr val="EB4848"/>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2000"/>
                        <a:buFont typeface="Open Sans"/>
                        <a:buNone/>
                      </a:pPr>
                      <a:r>
                        <a:rPr b="0" lang="en-US" sz="2000" u="none" cap="none" strike="noStrike">
                          <a:solidFill>
                            <a:schemeClr val="dk2"/>
                          </a:solidFill>
                          <a:latin typeface="Open Sans"/>
                          <a:ea typeface="Noto Sans SC"/>
                          <a:cs typeface="Open Sans"/>
                          <a:sym typeface="Open Sans"/>
                        </a:rPr>
                        <a:t>50</a:t>
                      </a:r>
                      <a:endParaRPr b="0" sz="20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760D0D"/>
                      </a:solidFill>
                      <a:prstDash val="solid"/>
                      <a:round/>
                      <a:headEnd len="sm" w="sm" type="none"/>
                      <a:tailEnd len="sm" w="sm" type="none"/>
                    </a:lnL>
                    <a:lnR cap="flat" cmpd="sng" w="12700">
                      <a:solidFill>
                        <a:schemeClr val="lt1"/>
                      </a:solidFill>
                      <a:prstDash val="solid"/>
                      <a:round/>
                      <a:headEnd len="sm" w="sm" type="none"/>
                      <a:tailEnd len="sm" w="sm" type="none"/>
                    </a:lnR>
                    <a:lnT cap="flat" cmpd="sng" w="57150">
                      <a:solidFill>
                        <a:srgbClr val="760D0D"/>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2000"/>
                        <a:buFont typeface="Open Sans"/>
                        <a:buNone/>
                      </a:pPr>
                      <a:r>
                        <a:rPr b="0" lang="en-US" sz="2000" u="none" cap="none" strike="noStrike">
                          <a:solidFill>
                            <a:schemeClr val="dk2"/>
                          </a:solidFill>
                          <a:latin typeface="Open Sans"/>
                          <a:ea typeface="Noto Sans SC"/>
                          <a:cs typeface="Open Sans"/>
                          <a:sym typeface="Open Sans"/>
                        </a:rPr>
                        <a:t>55</a:t>
                      </a:r>
                      <a:endParaRPr b="0" sz="20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rgbClr val="760D0D"/>
                      </a:solidFill>
                      <a:prstDash val="solid"/>
                      <a:round/>
                      <a:headEnd len="sm" w="sm" type="none"/>
                      <a:tailEnd len="sm" w="sm" type="none"/>
                    </a:lnR>
                    <a:lnT cap="flat" cmpd="sng" w="57150">
                      <a:solidFill>
                        <a:srgbClr val="760D0D"/>
                      </a:solidFill>
                      <a:prstDash val="solid"/>
                      <a:round/>
                      <a:headEnd len="sm" w="sm" type="none"/>
                      <a:tailEnd len="sm" w="sm" type="none"/>
                    </a:lnT>
                    <a:lnB cap="flat" cmpd="sng" w="12700">
                      <a:solidFill>
                        <a:schemeClr val="lt1"/>
                      </a:solidFill>
                      <a:prstDash val="solid"/>
                      <a:round/>
                      <a:headEnd len="sm" w="sm" type="none"/>
                      <a:tailEnd len="sm" w="sm" type="none"/>
                    </a:lnB>
                    <a:solidFill>
                      <a:srgbClr val="F9C1C1"/>
                    </a:solidFill>
                  </a:tcPr>
                </a:tc>
              </a:tr>
              <a:tr h="726550">
                <a:tc>
                  <a:txBody>
                    <a:bodyPr/>
                    <a:lstStyle/>
                    <a:p>
                      <a:pPr indent="0" lvl="0" marL="0" marR="0" rtl="0" algn="ctr">
                        <a:lnSpc>
                          <a:spcPct val="100000"/>
                        </a:lnSpc>
                        <a:spcBef>
                          <a:spcPts val="0"/>
                        </a:spcBef>
                        <a:spcAft>
                          <a:spcPts val="0"/>
                        </a:spcAft>
                        <a:buClr>
                          <a:srgbClr val="000000"/>
                        </a:buClr>
                        <a:buSzPts val="2000"/>
                        <a:buFont typeface="Open Sans"/>
                        <a:buNone/>
                      </a:pPr>
                      <a:r>
                        <a:rPr b="0" lang="en-US" sz="2000" u="none" cap="none" strike="noStrike">
                          <a:solidFill>
                            <a:schemeClr val="dk2"/>
                          </a:solidFill>
                          <a:latin typeface="Open Sans"/>
                          <a:ea typeface="Noto Sans SC"/>
                          <a:cs typeface="Open Sans"/>
                          <a:sym typeface="Open Sans"/>
                        </a:rPr>
                        <a:t>23</a:t>
                      </a:r>
                      <a:endParaRPr b="0" sz="20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EB4848"/>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rgbClr val="EB4848"/>
                      </a:solidFill>
                      <a:prstDash val="solid"/>
                      <a:round/>
                      <a:headEnd len="sm" w="sm" type="none"/>
                      <a:tailEnd len="sm" w="sm" type="none"/>
                    </a:lnB>
                    <a:solidFill>
                      <a:srgbClr val="F9C1C1"/>
                    </a:solidFill>
                  </a:tcPr>
                </a:tc>
                <a:tc>
                  <a:txBody>
                    <a:bodyPr/>
                    <a:lstStyle/>
                    <a:p>
                      <a:pPr indent="0" lvl="0" marL="0" marR="0" rtl="0" algn="ctr">
                        <a:lnSpc>
                          <a:spcPct val="100000"/>
                        </a:lnSpc>
                        <a:spcBef>
                          <a:spcPts val="0"/>
                        </a:spcBef>
                        <a:spcAft>
                          <a:spcPts val="0"/>
                        </a:spcAft>
                        <a:buClr>
                          <a:srgbClr val="000000"/>
                        </a:buClr>
                        <a:buSzPts val="2000"/>
                        <a:buFont typeface="Open Sans"/>
                        <a:buNone/>
                      </a:pPr>
                      <a:r>
                        <a:rPr b="0" lang="en-US" sz="2000" u="none" cap="none" strike="noStrike">
                          <a:solidFill>
                            <a:schemeClr val="dk2"/>
                          </a:solidFill>
                          <a:latin typeface="Open Sans"/>
                          <a:ea typeface="Noto Sans SC"/>
                          <a:cs typeface="Open Sans"/>
                          <a:sym typeface="Open Sans"/>
                        </a:rPr>
                        <a:t>9</a:t>
                      </a:r>
                      <a:endParaRPr b="0" sz="20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rgbClr val="760D0D"/>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rgbClr val="EB4848"/>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2000"/>
                        <a:buFont typeface="Open Sans"/>
                        <a:buNone/>
                      </a:pPr>
                      <a:r>
                        <a:rPr b="0" lang="en-US" sz="2000" u="none" cap="none" strike="noStrike">
                          <a:solidFill>
                            <a:schemeClr val="dk2"/>
                          </a:solidFill>
                          <a:latin typeface="Open Sans"/>
                          <a:ea typeface="Noto Sans SC"/>
                          <a:cs typeface="Open Sans"/>
                          <a:sym typeface="Open Sans"/>
                        </a:rPr>
                        <a:t>49</a:t>
                      </a:r>
                      <a:endParaRPr b="0" sz="20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760D0D"/>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rgbClr val="760D0D"/>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2000"/>
                        <a:buFont typeface="Open Sans"/>
                        <a:buNone/>
                      </a:pPr>
                      <a:r>
                        <a:rPr b="0" lang="en-US" sz="2000" u="none" cap="none" strike="noStrike">
                          <a:solidFill>
                            <a:schemeClr val="dk2"/>
                          </a:solidFill>
                          <a:latin typeface="Open Sans"/>
                          <a:ea typeface="Noto Sans SC"/>
                          <a:cs typeface="Open Sans"/>
                          <a:sym typeface="Open Sans"/>
                        </a:rPr>
                        <a:t>23</a:t>
                      </a:r>
                      <a:endParaRPr b="0" sz="20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rgbClr val="760D0D"/>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rgbClr val="760D0D"/>
                      </a:solidFill>
                      <a:prstDash val="solid"/>
                      <a:round/>
                      <a:headEnd len="sm" w="sm" type="none"/>
                      <a:tailEnd len="sm" w="sm" type="none"/>
                    </a:lnB>
                    <a:solidFill>
                      <a:srgbClr val="F2F2F2"/>
                    </a:solidFill>
                  </a:tcPr>
                </a:tc>
              </a:tr>
            </a:tbl>
          </a:graphicData>
        </a:graphic>
      </p:graphicFrame>
      <p:graphicFrame>
        <p:nvGraphicFramePr>
          <p:cNvPr id="449" name="Google Shape;449;p25"/>
          <p:cNvGraphicFramePr/>
          <p:nvPr/>
        </p:nvGraphicFramePr>
        <p:xfrm>
          <a:off x="7392185" y="2540218"/>
          <a:ext cx="3000000" cy="3000000"/>
        </p:xfrm>
        <a:graphic>
          <a:graphicData uri="http://schemas.openxmlformats.org/drawingml/2006/table">
            <a:tbl>
              <a:tblPr bandRow="1" firstRow="1">
                <a:noFill/>
                <a:tableStyleId>{12C8CB8B-E5CB-499C-984B-79234ABCCBC8}</a:tableStyleId>
              </a:tblPr>
              <a:tblGrid>
                <a:gridCol w="1166575"/>
                <a:gridCol w="1166575"/>
              </a:tblGrid>
              <a:tr h="726550">
                <a:tc>
                  <a:txBody>
                    <a:bodyPr/>
                    <a:lstStyle/>
                    <a:p>
                      <a:pPr indent="0" lvl="0" marL="0" marR="0" rtl="0" algn="ctr">
                        <a:lnSpc>
                          <a:spcPct val="100000"/>
                        </a:lnSpc>
                        <a:spcBef>
                          <a:spcPts val="0"/>
                        </a:spcBef>
                        <a:spcAft>
                          <a:spcPts val="0"/>
                        </a:spcAft>
                        <a:buClr>
                          <a:srgbClr val="000000"/>
                        </a:buClr>
                        <a:buSzPts val="2000"/>
                        <a:buFont typeface="Open Sans"/>
                        <a:buNone/>
                      </a:pPr>
                      <a:r>
                        <a:rPr b="0" lang="en-US" sz="2000" u="none" cap="none" strike="noStrike">
                          <a:solidFill>
                            <a:schemeClr val="dk2"/>
                          </a:solidFill>
                          <a:latin typeface="Open Sans"/>
                          <a:ea typeface="Noto Sans SC"/>
                          <a:cs typeface="Open Sans"/>
                          <a:sym typeface="Open Sans"/>
                        </a:rPr>
                        <a:t>256</a:t>
                      </a:r>
                      <a:endParaRPr b="0" sz="2000" u="none" cap="none" strike="noStrike">
                        <a:solidFill>
                          <a:schemeClr val="dk2"/>
                        </a:solidFill>
                        <a:latin typeface="Open Sans"/>
                        <a:ea typeface="Noto Sans SC"/>
                        <a:cs typeface="Open Sans"/>
                        <a:sym typeface="Open Sans"/>
                      </a:endParaRPr>
                    </a:p>
                  </a:txBody>
                  <a:tcPr marT="45725" marB="45725" marR="91450" marL="91450" anchor="ctr">
                    <a:lnL cap="flat" cmpd="sng" w="38100">
                      <a:solidFill>
                        <a:srgbClr val="F9C1C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rgbClr val="F9C1C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2000"/>
                        <a:buFont typeface="Open Sans"/>
                        <a:buNone/>
                      </a:pPr>
                      <a:r>
                        <a:rPr b="0" lang="en-US" sz="2000" u="none" cap="none" strike="noStrike">
                          <a:solidFill>
                            <a:schemeClr val="dk2"/>
                          </a:solidFill>
                          <a:latin typeface="Open Sans"/>
                          <a:ea typeface="Noto Sans SC"/>
                          <a:cs typeface="Open Sans"/>
                          <a:sym typeface="Open Sans"/>
                        </a:rPr>
                        <a:t>153</a:t>
                      </a:r>
                      <a:endParaRPr b="0" sz="20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rgbClr val="F18686"/>
                      </a:solidFill>
                      <a:prstDash val="solid"/>
                      <a:round/>
                      <a:headEnd len="sm" w="sm" type="none"/>
                      <a:tailEnd len="sm" w="sm" type="none"/>
                    </a:lnR>
                    <a:lnT cap="flat" cmpd="sng" w="57150">
                      <a:solidFill>
                        <a:srgbClr val="F18686"/>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r h="726550">
                <a:tc>
                  <a:txBody>
                    <a:bodyPr/>
                    <a:lstStyle/>
                    <a:p>
                      <a:pPr indent="0" lvl="0" marL="0" marR="0" rtl="0" algn="ctr">
                        <a:lnSpc>
                          <a:spcPct val="100000"/>
                        </a:lnSpc>
                        <a:spcBef>
                          <a:spcPts val="0"/>
                        </a:spcBef>
                        <a:spcAft>
                          <a:spcPts val="0"/>
                        </a:spcAft>
                        <a:buClr>
                          <a:srgbClr val="000000"/>
                        </a:buClr>
                        <a:buSzPts val="2000"/>
                        <a:buFont typeface="Open Sans"/>
                        <a:buNone/>
                      </a:pPr>
                      <a:r>
                        <a:rPr b="0" lang="en-US" sz="2000" u="none" cap="none" strike="noStrike">
                          <a:solidFill>
                            <a:schemeClr val="dk2"/>
                          </a:solidFill>
                          <a:latin typeface="Open Sans"/>
                          <a:ea typeface="Noto Sans SC"/>
                          <a:cs typeface="Open Sans"/>
                          <a:sym typeface="Open Sans"/>
                        </a:rPr>
                        <a:t>23</a:t>
                      </a:r>
                      <a:endParaRPr b="0" sz="2000" u="none" cap="none" strike="noStrike">
                        <a:solidFill>
                          <a:schemeClr val="dk2"/>
                        </a:solidFill>
                        <a:latin typeface="Open Sans"/>
                        <a:ea typeface="Noto Sans SC"/>
                        <a:cs typeface="Open Sans"/>
                        <a:sym typeface="Open Sans"/>
                      </a:endParaRPr>
                    </a:p>
                  </a:txBody>
                  <a:tcPr marT="45725" marB="45725" marR="91450" marL="91450" anchor="ctr">
                    <a:lnL cap="flat" cmpd="sng" w="57150">
                      <a:solidFill>
                        <a:srgbClr val="EB4848"/>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rgbClr val="EB4848"/>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2000"/>
                        <a:buFont typeface="Open Sans"/>
                        <a:buNone/>
                      </a:pPr>
                      <a:r>
                        <a:rPr b="0" lang="en-US" sz="2000" u="none" cap="none" strike="noStrike">
                          <a:solidFill>
                            <a:schemeClr val="dk2"/>
                          </a:solidFill>
                          <a:latin typeface="Open Sans"/>
                          <a:ea typeface="Noto Sans SC"/>
                          <a:cs typeface="Open Sans"/>
                          <a:sym typeface="Open Sans"/>
                        </a:rPr>
                        <a:t>55</a:t>
                      </a:r>
                      <a:endParaRPr b="0" sz="2000" u="none" cap="none" strike="noStrike">
                        <a:solidFill>
                          <a:schemeClr val="dk2"/>
                        </a:solidFill>
                        <a:latin typeface="Open Sans"/>
                        <a:ea typeface="Noto Sans SC"/>
                        <a:cs typeface="Open Sans"/>
                        <a:sym typeface="Open Sans"/>
                      </a:endParaRPr>
                    </a:p>
                  </a:txBody>
                  <a:tcPr marT="45725" marB="45725" marR="91450" marL="91450" anchor="ctr">
                    <a:lnL cap="flat" cmpd="sng" w="12700">
                      <a:solidFill>
                        <a:schemeClr val="lt1"/>
                      </a:solidFill>
                      <a:prstDash val="solid"/>
                      <a:round/>
                      <a:headEnd len="sm" w="sm" type="none"/>
                      <a:tailEnd len="sm" w="sm" type="none"/>
                    </a:lnL>
                    <a:lnR cap="flat" cmpd="sng" w="57150">
                      <a:solidFill>
                        <a:srgbClr val="760D0D"/>
                      </a:solidFill>
                      <a:prstDash val="solid"/>
                      <a:round/>
                      <a:headEnd len="sm" w="sm" type="none"/>
                      <a:tailEnd len="sm" w="sm" type="none"/>
                    </a:lnR>
                    <a:lnT cap="flat" cmpd="sng" w="12700">
                      <a:solidFill>
                        <a:schemeClr val="lt1"/>
                      </a:solidFill>
                      <a:prstDash val="solid"/>
                      <a:round/>
                      <a:headEnd len="sm" w="sm" type="none"/>
                      <a:tailEnd len="sm" w="sm" type="none"/>
                    </a:lnT>
                    <a:lnB cap="flat" cmpd="sng" w="57150">
                      <a:solidFill>
                        <a:srgbClr val="760D0D"/>
                      </a:solidFill>
                      <a:prstDash val="solid"/>
                      <a:round/>
                      <a:headEnd len="sm" w="sm" type="none"/>
                      <a:tailEnd len="sm" w="sm" type="none"/>
                    </a:lnB>
                    <a:solidFill>
                      <a:srgbClr val="F2F2F2"/>
                    </a:solidFill>
                  </a:tcPr>
                </a:tc>
              </a:tr>
            </a:tbl>
          </a:graphicData>
        </a:graphic>
      </p:graphicFrame>
      <p:sp>
        <p:nvSpPr>
          <p:cNvPr id="450" name="Google Shape;450;p25"/>
          <p:cNvSpPr/>
          <p:nvPr/>
        </p:nvSpPr>
        <p:spPr>
          <a:xfrm>
            <a:off x="6099142" y="2762054"/>
            <a:ext cx="952107" cy="895546"/>
          </a:xfrm>
          <a:prstGeom prst="rightArrow">
            <a:avLst>
              <a:gd fmla="val 50000" name="adj1"/>
              <a:gd fmla="val 50000" name="adj2"/>
            </a:avLst>
          </a:prstGeom>
          <a:solidFill>
            <a:srgbClr val="760D0D"/>
          </a:solidFill>
          <a:ln cap="flat" cmpd="sng" w="38100">
            <a:solidFill>
              <a:srgbClr val="4F0809"/>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i="0" sz="1800" u="none" cap="none" strike="noStrike">
              <a:solidFill>
                <a:schemeClr val="lt1"/>
              </a:solidFill>
              <a:latin typeface="Open Sans"/>
              <a:ea typeface="Noto Sans SC"/>
              <a:cs typeface="Open Sans"/>
              <a:sym typeface="Open Sans"/>
            </a:endParaRPr>
          </a:p>
        </p:txBody>
      </p:sp>
      <p:sp xmlns:p="http://schemas.openxmlformats.org/presentationml/2006/main" xmlns:a="http://schemas.openxmlformats.org/drawingml/2006/main">
        <p:nvSpPr>
          <p:cNvPr id="451"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454" name="Shape 454"/>
        <p:cNvGrpSpPr/>
        <p:nvPr/>
      </p:nvGrpSpPr>
      <p:grpSpPr>
        <a:xfrm>
          <a:off x="0" y="0"/>
          <a:ext cx="0" cy="0"/>
          <a:chOff x="0" y="0"/>
          <a:chExt cx="0" cy="0"/>
        </a:xfrm>
      </p:grpSpPr>
      <p:sp>
        <p:nvSpPr>
          <p:cNvPr id="455" name="Google Shape;455;p26"/>
          <p:cNvSpPr txBox="1"/>
          <p:nvPr/>
        </p:nvSpPr>
        <p:spPr>
          <a:xfrm>
            <a:off x="498348" y="647288"/>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Open Sans"/>
                <a:ea typeface="Noto Sans SC"/>
                <a:cs typeface="Open Sans"/>
                <a:sym typeface="Open Sans"/>
              </a:rPr>
              <a:t>DROPOUT</a:t>
            </a:r>
            <a:endParaRPr b="1" i="0" sz="3600" u="none" cap="none" strike="noStrike">
              <a:solidFill>
                <a:schemeClr val="dk2"/>
              </a:solidFill>
              <a:latin typeface="Open Sans"/>
              <a:ea typeface="Noto Sans SC"/>
              <a:cs typeface="Open Sans"/>
              <a:sym typeface="Open Sans"/>
            </a:endParaRPr>
          </a:p>
        </p:txBody>
      </p:sp>
      <p:grpSp>
        <p:nvGrpSpPr>
          <p:cNvPr id="456" name="Google Shape;456;p26"/>
          <p:cNvGrpSpPr/>
          <p:nvPr/>
        </p:nvGrpSpPr>
        <p:grpSpPr>
          <a:xfrm>
            <a:off x="1216057" y="1727000"/>
            <a:ext cx="1767979" cy="3024613"/>
            <a:chOff x="1350338" y="1845809"/>
            <a:chExt cx="1595991" cy="2730380"/>
          </a:xfrm>
        </p:grpSpPr>
        <p:sp>
          <p:nvSpPr>
            <p:cNvPr id="457" name="Google Shape;457;p26"/>
            <p:cNvSpPr/>
            <p:nvPr/>
          </p:nvSpPr>
          <p:spPr>
            <a:xfrm rot="5400000">
              <a:off x="2621408" y="1846802"/>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458" name="Google Shape;458;p26"/>
            <p:cNvSpPr/>
            <p:nvPr/>
          </p:nvSpPr>
          <p:spPr>
            <a:xfrm rot="5400000">
              <a:off x="1985377" y="1846802"/>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459" name="Google Shape;459;p26"/>
            <p:cNvSpPr/>
            <p:nvPr/>
          </p:nvSpPr>
          <p:spPr>
            <a:xfrm rot="5400000">
              <a:off x="1349345" y="1846803"/>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460" name="Google Shape;460;p26"/>
            <p:cNvSpPr/>
            <p:nvPr/>
          </p:nvSpPr>
          <p:spPr>
            <a:xfrm rot="5400000">
              <a:off x="2621408" y="2954942"/>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461" name="Google Shape;461;p26"/>
            <p:cNvSpPr/>
            <p:nvPr/>
          </p:nvSpPr>
          <p:spPr>
            <a:xfrm rot="5400000">
              <a:off x="1985377" y="2960707"/>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462" name="Google Shape;462;p26"/>
            <p:cNvSpPr/>
            <p:nvPr/>
          </p:nvSpPr>
          <p:spPr>
            <a:xfrm rot="5400000">
              <a:off x="1349345" y="2960707"/>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463" name="Google Shape;463;p26"/>
            <p:cNvSpPr/>
            <p:nvPr/>
          </p:nvSpPr>
          <p:spPr>
            <a:xfrm rot="5400000">
              <a:off x="1349345" y="4228879"/>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464" name="Google Shape;464;p26"/>
            <p:cNvCxnSpPr>
              <a:stCxn id="460" idx="6"/>
              <a:endCxn id="463" idx="2"/>
            </p:cNvCxnSpPr>
            <p:nvPr/>
          </p:nvCxnSpPr>
          <p:spPr>
            <a:xfrm flipH="1">
              <a:off x="1512365" y="3279863"/>
              <a:ext cx="1272000" cy="948000"/>
            </a:xfrm>
            <a:prstGeom prst="straightConnector1">
              <a:avLst/>
            </a:prstGeom>
            <a:noFill/>
            <a:ln cap="flat" cmpd="sng" w="28575">
              <a:solidFill>
                <a:srgbClr val="7F7F7F"/>
              </a:solidFill>
              <a:prstDash val="solid"/>
              <a:round/>
              <a:headEnd len="sm" w="sm" type="none"/>
              <a:tailEnd len="sm" w="sm" type="none"/>
            </a:ln>
          </p:spPr>
        </p:cxnSp>
        <p:cxnSp>
          <p:nvCxnSpPr>
            <p:cNvPr id="465" name="Google Shape;465;p26"/>
            <p:cNvCxnSpPr>
              <a:stCxn id="461" idx="6"/>
              <a:endCxn id="463" idx="2"/>
            </p:cNvCxnSpPr>
            <p:nvPr/>
          </p:nvCxnSpPr>
          <p:spPr>
            <a:xfrm flipH="1">
              <a:off x="1512334" y="3285628"/>
              <a:ext cx="636000" cy="942300"/>
            </a:xfrm>
            <a:prstGeom prst="straightConnector1">
              <a:avLst/>
            </a:prstGeom>
            <a:noFill/>
            <a:ln cap="flat" cmpd="sng" w="28575">
              <a:solidFill>
                <a:srgbClr val="7F7F7F"/>
              </a:solidFill>
              <a:prstDash val="solid"/>
              <a:round/>
              <a:headEnd len="sm" w="sm" type="none"/>
              <a:tailEnd len="sm" w="sm" type="none"/>
            </a:ln>
          </p:spPr>
        </p:cxnSp>
        <p:cxnSp>
          <p:nvCxnSpPr>
            <p:cNvPr id="466" name="Google Shape;466;p26"/>
            <p:cNvCxnSpPr>
              <a:stCxn id="462" idx="6"/>
              <a:endCxn id="463" idx="2"/>
            </p:cNvCxnSpPr>
            <p:nvPr/>
          </p:nvCxnSpPr>
          <p:spPr>
            <a:xfrm>
              <a:off x="1512302" y="3285628"/>
              <a:ext cx="0" cy="942300"/>
            </a:xfrm>
            <a:prstGeom prst="straightConnector1">
              <a:avLst/>
            </a:prstGeom>
            <a:noFill/>
            <a:ln cap="flat" cmpd="sng" w="28575">
              <a:solidFill>
                <a:srgbClr val="7F7F7F"/>
              </a:solidFill>
              <a:prstDash val="solid"/>
              <a:round/>
              <a:headEnd len="sm" w="sm" type="none"/>
              <a:tailEnd len="sm" w="sm" type="none"/>
            </a:ln>
          </p:spPr>
        </p:cxnSp>
        <p:cxnSp>
          <p:nvCxnSpPr>
            <p:cNvPr id="467" name="Google Shape;467;p26"/>
            <p:cNvCxnSpPr>
              <a:stCxn id="459" idx="6"/>
              <a:endCxn id="460" idx="2"/>
            </p:cNvCxnSpPr>
            <p:nvPr/>
          </p:nvCxnSpPr>
          <p:spPr>
            <a:xfrm>
              <a:off x="1512302" y="2171724"/>
              <a:ext cx="1272000" cy="782100"/>
            </a:xfrm>
            <a:prstGeom prst="straightConnector1">
              <a:avLst/>
            </a:prstGeom>
            <a:noFill/>
            <a:ln cap="flat" cmpd="sng" w="28575">
              <a:solidFill>
                <a:srgbClr val="7F7F7F"/>
              </a:solidFill>
              <a:prstDash val="solid"/>
              <a:round/>
              <a:headEnd len="sm" w="sm" type="none"/>
              <a:tailEnd len="sm" w="sm" type="none"/>
            </a:ln>
          </p:spPr>
        </p:cxnSp>
        <p:cxnSp>
          <p:nvCxnSpPr>
            <p:cNvPr id="468" name="Google Shape;468;p26"/>
            <p:cNvCxnSpPr>
              <a:stCxn id="459" idx="6"/>
              <a:endCxn id="461" idx="2"/>
            </p:cNvCxnSpPr>
            <p:nvPr/>
          </p:nvCxnSpPr>
          <p:spPr>
            <a:xfrm>
              <a:off x="1512302" y="2171724"/>
              <a:ext cx="636000" cy="788100"/>
            </a:xfrm>
            <a:prstGeom prst="straightConnector1">
              <a:avLst/>
            </a:prstGeom>
            <a:noFill/>
            <a:ln cap="flat" cmpd="sng" w="28575">
              <a:solidFill>
                <a:srgbClr val="7F7F7F"/>
              </a:solidFill>
              <a:prstDash val="solid"/>
              <a:round/>
              <a:headEnd len="sm" w="sm" type="none"/>
              <a:tailEnd len="sm" w="sm" type="none"/>
            </a:ln>
          </p:spPr>
        </p:cxnSp>
        <p:cxnSp>
          <p:nvCxnSpPr>
            <p:cNvPr id="469" name="Google Shape;469;p26"/>
            <p:cNvCxnSpPr>
              <a:stCxn id="459" idx="6"/>
              <a:endCxn id="462" idx="2"/>
            </p:cNvCxnSpPr>
            <p:nvPr/>
          </p:nvCxnSpPr>
          <p:spPr>
            <a:xfrm>
              <a:off x="1512302" y="2171724"/>
              <a:ext cx="0" cy="788100"/>
            </a:xfrm>
            <a:prstGeom prst="straightConnector1">
              <a:avLst/>
            </a:prstGeom>
            <a:noFill/>
            <a:ln cap="flat" cmpd="sng" w="28575">
              <a:solidFill>
                <a:srgbClr val="7F7F7F"/>
              </a:solidFill>
              <a:prstDash val="solid"/>
              <a:round/>
              <a:headEnd len="sm" w="sm" type="none"/>
              <a:tailEnd len="sm" w="sm" type="none"/>
            </a:ln>
          </p:spPr>
        </p:cxnSp>
        <p:cxnSp>
          <p:nvCxnSpPr>
            <p:cNvPr id="470" name="Google Shape;470;p26"/>
            <p:cNvCxnSpPr>
              <a:stCxn id="457" idx="6"/>
              <a:endCxn id="460" idx="2"/>
            </p:cNvCxnSpPr>
            <p:nvPr/>
          </p:nvCxnSpPr>
          <p:spPr>
            <a:xfrm>
              <a:off x="2784365" y="2171723"/>
              <a:ext cx="0" cy="782100"/>
            </a:xfrm>
            <a:prstGeom prst="straightConnector1">
              <a:avLst/>
            </a:prstGeom>
            <a:noFill/>
            <a:ln cap="flat" cmpd="sng" w="28575">
              <a:solidFill>
                <a:srgbClr val="7F7F7F"/>
              </a:solidFill>
              <a:prstDash val="solid"/>
              <a:round/>
              <a:headEnd len="sm" w="sm" type="none"/>
              <a:tailEnd len="sm" w="sm" type="none"/>
            </a:ln>
          </p:spPr>
        </p:cxnSp>
        <p:cxnSp>
          <p:nvCxnSpPr>
            <p:cNvPr id="471" name="Google Shape;471;p26"/>
            <p:cNvCxnSpPr>
              <a:stCxn id="457" idx="6"/>
              <a:endCxn id="461" idx="2"/>
            </p:cNvCxnSpPr>
            <p:nvPr/>
          </p:nvCxnSpPr>
          <p:spPr>
            <a:xfrm flipH="1">
              <a:off x="2148365" y="2171723"/>
              <a:ext cx="636000" cy="788100"/>
            </a:xfrm>
            <a:prstGeom prst="straightConnector1">
              <a:avLst/>
            </a:prstGeom>
            <a:noFill/>
            <a:ln cap="flat" cmpd="sng" w="28575">
              <a:solidFill>
                <a:srgbClr val="7F7F7F"/>
              </a:solidFill>
              <a:prstDash val="solid"/>
              <a:round/>
              <a:headEnd len="sm" w="sm" type="none"/>
              <a:tailEnd len="sm" w="sm" type="none"/>
            </a:ln>
          </p:spPr>
        </p:cxnSp>
        <p:cxnSp>
          <p:nvCxnSpPr>
            <p:cNvPr id="472" name="Google Shape;472;p26"/>
            <p:cNvCxnSpPr>
              <a:stCxn id="457" idx="6"/>
              <a:endCxn id="462" idx="2"/>
            </p:cNvCxnSpPr>
            <p:nvPr/>
          </p:nvCxnSpPr>
          <p:spPr>
            <a:xfrm flipH="1">
              <a:off x="1512365" y="2171723"/>
              <a:ext cx="1272000" cy="788100"/>
            </a:xfrm>
            <a:prstGeom prst="straightConnector1">
              <a:avLst/>
            </a:prstGeom>
            <a:noFill/>
            <a:ln cap="flat" cmpd="sng" w="28575">
              <a:solidFill>
                <a:srgbClr val="7F7F7F"/>
              </a:solidFill>
              <a:prstDash val="solid"/>
              <a:round/>
              <a:headEnd len="sm" w="sm" type="none"/>
              <a:tailEnd len="sm" w="sm" type="none"/>
            </a:ln>
          </p:spPr>
        </p:cxnSp>
        <p:cxnSp>
          <p:nvCxnSpPr>
            <p:cNvPr id="473" name="Google Shape;473;p26"/>
            <p:cNvCxnSpPr>
              <a:stCxn id="458" idx="6"/>
              <a:endCxn id="460" idx="2"/>
            </p:cNvCxnSpPr>
            <p:nvPr/>
          </p:nvCxnSpPr>
          <p:spPr>
            <a:xfrm>
              <a:off x="2148334" y="2171723"/>
              <a:ext cx="636000" cy="782100"/>
            </a:xfrm>
            <a:prstGeom prst="straightConnector1">
              <a:avLst/>
            </a:prstGeom>
            <a:noFill/>
            <a:ln cap="flat" cmpd="sng" w="28575">
              <a:solidFill>
                <a:srgbClr val="7F7F7F"/>
              </a:solidFill>
              <a:prstDash val="solid"/>
              <a:round/>
              <a:headEnd len="sm" w="sm" type="none"/>
              <a:tailEnd len="sm" w="sm" type="none"/>
            </a:ln>
          </p:spPr>
        </p:cxnSp>
        <p:cxnSp>
          <p:nvCxnSpPr>
            <p:cNvPr id="474" name="Google Shape;474;p26"/>
            <p:cNvCxnSpPr>
              <a:stCxn id="458" idx="6"/>
              <a:endCxn id="461" idx="2"/>
            </p:cNvCxnSpPr>
            <p:nvPr/>
          </p:nvCxnSpPr>
          <p:spPr>
            <a:xfrm>
              <a:off x="2148334" y="2171723"/>
              <a:ext cx="0" cy="788100"/>
            </a:xfrm>
            <a:prstGeom prst="straightConnector1">
              <a:avLst/>
            </a:prstGeom>
            <a:noFill/>
            <a:ln cap="flat" cmpd="sng" w="28575">
              <a:solidFill>
                <a:srgbClr val="7F7F7F"/>
              </a:solidFill>
              <a:prstDash val="solid"/>
              <a:round/>
              <a:headEnd len="sm" w="sm" type="none"/>
              <a:tailEnd len="sm" w="sm" type="none"/>
            </a:ln>
          </p:spPr>
        </p:cxnSp>
        <p:cxnSp>
          <p:nvCxnSpPr>
            <p:cNvPr id="475" name="Google Shape;475;p26"/>
            <p:cNvCxnSpPr>
              <a:stCxn id="458" idx="6"/>
              <a:endCxn id="462" idx="2"/>
            </p:cNvCxnSpPr>
            <p:nvPr/>
          </p:nvCxnSpPr>
          <p:spPr>
            <a:xfrm flipH="1">
              <a:off x="1512334" y="2171723"/>
              <a:ext cx="636000" cy="788100"/>
            </a:xfrm>
            <a:prstGeom prst="straightConnector1">
              <a:avLst/>
            </a:prstGeom>
            <a:noFill/>
            <a:ln cap="flat" cmpd="sng" w="28575">
              <a:solidFill>
                <a:srgbClr val="7F7F7F"/>
              </a:solidFill>
              <a:prstDash val="solid"/>
              <a:round/>
              <a:headEnd len="sm" w="sm" type="none"/>
              <a:tailEnd len="sm" w="sm" type="none"/>
            </a:ln>
          </p:spPr>
        </p:cxnSp>
        <p:sp>
          <p:nvSpPr>
            <p:cNvPr id="476" name="Google Shape;476;p26"/>
            <p:cNvSpPr/>
            <p:nvPr/>
          </p:nvSpPr>
          <p:spPr>
            <a:xfrm rot="5400000">
              <a:off x="1985377" y="4220940"/>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477" name="Google Shape;477;p26"/>
            <p:cNvSpPr/>
            <p:nvPr/>
          </p:nvSpPr>
          <p:spPr>
            <a:xfrm rot="5400000">
              <a:off x="2621408" y="4251268"/>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478" name="Google Shape;478;p26"/>
            <p:cNvCxnSpPr>
              <a:stCxn id="462" idx="6"/>
              <a:endCxn id="476" idx="2"/>
            </p:cNvCxnSpPr>
            <p:nvPr/>
          </p:nvCxnSpPr>
          <p:spPr>
            <a:xfrm>
              <a:off x="1512302" y="3285628"/>
              <a:ext cx="636000" cy="934200"/>
            </a:xfrm>
            <a:prstGeom prst="straightConnector1">
              <a:avLst/>
            </a:prstGeom>
            <a:noFill/>
            <a:ln cap="flat" cmpd="sng" w="28575">
              <a:solidFill>
                <a:srgbClr val="7F7F7F"/>
              </a:solidFill>
              <a:prstDash val="solid"/>
              <a:round/>
              <a:headEnd len="sm" w="sm" type="none"/>
              <a:tailEnd len="sm" w="sm" type="none"/>
            </a:ln>
          </p:spPr>
        </p:cxnSp>
        <p:cxnSp>
          <p:nvCxnSpPr>
            <p:cNvPr id="479" name="Google Shape;479;p26"/>
            <p:cNvCxnSpPr>
              <a:stCxn id="461" idx="6"/>
              <a:endCxn id="476" idx="2"/>
            </p:cNvCxnSpPr>
            <p:nvPr/>
          </p:nvCxnSpPr>
          <p:spPr>
            <a:xfrm>
              <a:off x="2148334" y="3285628"/>
              <a:ext cx="0" cy="934200"/>
            </a:xfrm>
            <a:prstGeom prst="straightConnector1">
              <a:avLst/>
            </a:prstGeom>
            <a:noFill/>
            <a:ln cap="flat" cmpd="sng" w="28575">
              <a:solidFill>
                <a:srgbClr val="7F7F7F"/>
              </a:solidFill>
              <a:prstDash val="solid"/>
              <a:round/>
              <a:headEnd len="sm" w="sm" type="none"/>
              <a:tailEnd len="sm" w="sm" type="none"/>
            </a:ln>
          </p:spPr>
        </p:cxnSp>
        <p:cxnSp>
          <p:nvCxnSpPr>
            <p:cNvPr id="480" name="Google Shape;480;p26"/>
            <p:cNvCxnSpPr>
              <a:stCxn id="460" idx="6"/>
              <a:endCxn id="476" idx="2"/>
            </p:cNvCxnSpPr>
            <p:nvPr/>
          </p:nvCxnSpPr>
          <p:spPr>
            <a:xfrm flipH="1">
              <a:off x="2148365" y="3279863"/>
              <a:ext cx="636000" cy="940200"/>
            </a:xfrm>
            <a:prstGeom prst="straightConnector1">
              <a:avLst/>
            </a:prstGeom>
            <a:noFill/>
            <a:ln cap="flat" cmpd="sng" w="28575">
              <a:solidFill>
                <a:srgbClr val="7F7F7F"/>
              </a:solidFill>
              <a:prstDash val="solid"/>
              <a:round/>
              <a:headEnd len="sm" w="sm" type="none"/>
              <a:tailEnd len="sm" w="sm" type="none"/>
            </a:ln>
          </p:spPr>
        </p:cxnSp>
        <p:cxnSp>
          <p:nvCxnSpPr>
            <p:cNvPr id="481" name="Google Shape;481;p26"/>
            <p:cNvCxnSpPr>
              <a:stCxn id="461" idx="6"/>
              <a:endCxn id="477" idx="2"/>
            </p:cNvCxnSpPr>
            <p:nvPr/>
          </p:nvCxnSpPr>
          <p:spPr>
            <a:xfrm>
              <a:off x="2148334" y="3285628"/>
              <a:ext cx="636000" cy="964500"/>
            </a:xfrm>
            <a:prstGeom prst="straightConnector1">
              <a:avLst/>
            </a:prstGeom>
            <a:noFill/>
            <a:ln cap="flat" cmpd="sng" w="28575">
              <a:solidFill>
                <a:srgbClr val="7F7F7F"/>
              </a:solidFill>
              <a:prstDash val="solid"/>
              <a:round/>
              <a:headEnd len="sm" w="sm" type="none"/>
              <a:tailEnd len="sm" w="sm" type="none"/>
            </a:ln>
          </p:spPr>
        </p:cxnSp>
        <p:cxnSp>
          <p:nvCxnSpPr>
            <p:cNvPr id="482" name="Google Shape;482;p26"/>
            <p:cNvCxnSpPr>
              <a:stCxn id="462" idx="6"/>
              <a:endCxn id="477" idx="2"/>
            </p:cNvCxnSpPr>
            <p:nvPr/>
          </p:nvCxnSpPr>
          <p:spPr>
            <a:xfrm>
              <a:off x="1512302" y="3285628"/>
              <a:ext cx="1272000" cy="964500"/>
            </a:xfrm>
            <a:prstGeom prst="straightConnector1">
              <a:avLst/>
            </a:prstGeom>
            <a:noFill/>
            <a:ln cap="flat" cmpd="sng" w="28575">
              <a:solidFill>
                <a:srgbClr val="7F7F7F"/>
              </a:solidFill>
              <a:prstDash val="solid"/>
              <a:round/>
              <a:headEnd len="sm" w="sm" type="none"/>
              <a:tailEnd len="sm" w="sm" type="none"/>
            </a:ln>
          </p:spPr>
        </p:cxnSp>
        <p:cxnSp>
          <p:nvCxnSpPr>
            <p:cNvPr id="483" name="Google Shape;483;p26"/>
            <p:cNvCxnSpPr>
              <a:stCxn id="460" idx="6"/>
              <a:endCxn id="477" idx="2"/>
            </p:cNvCxnSpPr>
            <p:nvPr/>
          </p:nvCxnSpPr>
          <p:spPr>
            <a:xfrm>
              <a:off x="2784365" y="3279863"/>
              <a:ext cx="0" cy="970500"/>
            </a:xfrm>
            <a:prstGeom prst="straightConnector1">
              <a:avLst/>
            </a:prstGeom>
            <a:noFill/>
            <a:ln cap="flat" cmpd="sng" w="28575">
              <a:solidFill>
                <a:srgbClr val="7F7F7F"/>
              </a:solidFill>
              <a:prstDash val="solid"/>
              <a:round/>
              <a:headEnd len="sm" w="sm" type="none"/>
              <a:tailEnd len="sm" w="sm" type="none"/>
            </a:ln>
          </p:spPr>
        </p:cxnSp>
      </p:grpSp>
      <p:grpSp>
        <p:nvGrpSpPr>
          <p:cNvPr id="484" name="Google Shape;484;p26"/>
          <p:cNvGrpSpPr/>
          <p:nvPr/>
        </p:nvGrpSpPr>
        <p:grpSpPr>
          <a:xfrm>
            <a:off x="4602410" y="1727000"/>
            <a:ext cx="1767979" cy="3024613"/>
            <a:chOff x="1350338" y="1845809"/>
            <a:chExt cx="1595991" cy="2730380"/>
          </a:xfrm>
        </p:grpSpPr>
        <p:sp>
          <p:nvSpPr>
            <p:cNvPr id="485" name="Google Shape;485;p26"/>
            <p:cNvSpPr/>
            <p:nvPr/>
          </p:nvSpPr>
          <p:spPr>
            <a:xfrm rot="5400000">
              <a:off x="2621408" y="1846802"/>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486" name="Google Shape;486;p26"/>
            <p:cNvSpPr/>
            <p:nvPr/>
          </p:nvSpPr>
          <p:spPr>
            <a:xfrm rot="5400000">
              <a:off x="1985377" y="1846802"/>
              <a:ext cx="325914" cy="323928"/>
            </a:xfrm>
            <a:prstGeom prst="ellipse">
              <a:avLst/>
            </a:prstGeom>
            <a:solidFill>
              <a:schemeClr val="dk1"/>
            </a:solidFill>
            <a:ln cap="flat" cmpd="sng" w="38100">
              <a:solidFill>
                <a:srgbClr val="7F7F7F"/>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487" name="Google Shape;487;p26"/>
            <p:cNvSpPr/>
            <p:nvPr/>
          </p:nvSpPr>
          <p:spPr>
            <a:xfrm rot="5400000">
              <a:off x="1349345" y="1846803"/>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488" name="Google Shape;488;p26"/>
            <p:cNvSpPr/>
            <p:nvPr/>
          </p:nvSpPr>
          <p:spPr>
            <a:xfrm rot="5400000">
              <a:off x="2621408" y="2954942"/>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489" name="Google Shape;489;p26"/>
            <p:cNvSpPr/>
            <p:nvPr/>
          </p:nvSpPr>
          <p:spPr>
            <a:xfrm rot="5400000">
              <a:off x="1985377" y="2960707"/>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490" name="Google Shape;490;p26"/>
            <p:cNvSpPr/>
            <p:nvPr/>
          </p:nvSpPr>
          <p:spPr>
            <a:xfrm rot="5400000">
              <a:off x="1349345" y="2960707"/>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491" name="Google Shape;491;p26"/>
            <p:cNvSpPr/>
            <p:nvPr/>
          </p:nvSpPr>
          <p:spPr>
            <a:xfrm rot="5400000">
              <a:off x="1349345" y="4228879"/>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492" name="Google Shape;492;p26"/>
            <p:cNvCxnSpPr>
              <a:stCxn id="488" idx="6"/>
              <a:endCxn id="491" idx="2"/>
            </p:cNvCxnSpPr>
            <p:nvPr/>
          </p:nvCxnSpPr>
          <p:spPr>
            <a:xfrm flipH="1">
              <a:off x="1512365" y="3279863"/>
              <a:ext cx="1272000" cy="948000"/>
            </a:xfrm>
            <a:prstGeom prst="straightConnector1">
              <a:avLst/>
            </a:prstGeom>
            <a:noFill/>
            <a:ln cap="flat" cmpd="sng" w="28575">
              <a:solidFill>
                <a:srgbClr val="7F7F7F"/>
              </a:solidFill>
              <a:prstDash val="solid"/>
              <a:round/>
              <a:headEnd len="sm" w="sm" type="none"/>
              <a:tailEnd len="sm" w="sm" type="none"/>
            </a:ln>
          </p:spPr>
        </p:cxnSp>
        <p:cxnSp>
          <p:nvCxnSpPr>
            <p:cNvPr id="493" name="Google Shape;493;p26"/>
            <p:cNvCxnSpPr>
              <a:stCxn id="489" idx="6"/>
              <a:endCxn id="491" idx="2"/>
            </p:cNvCxnSpPr>
            <p:nvPr/>
          </p:nvCxnSpPr>
          <p:spPr>
            <a:xfrm flipH="1">
              <a:off x="1512334" y="3285628"/>
              <a:ext cx="636000" cy="942300"/>
            </a:xfrm>
            <a:prstGeom prst="straightConnector1">
              <a:avLst/>
            </a:prstGeom>
            <a:noFill/>
            <a:ln cap="flat" cmpd="sng" w="28575">
              <a:solidFill>
                <a:srgbClr val="7F7F7F"/>
              </a:solidFill>
              <a:prstDash val="solid"/>
              <a:round/>
              <a:headEnd len="sm" w="sm" type="none"/>
              <a:tailEnd len="sm" w="sm" type="none"/>
            </a:ln>
          </p:spPr>
        </p:cxnSp>
        <p:cxnSp>
          <p:nvCxnSpPr>
            <p:cNvPr id="494" name="Google Shape;494;p26"/>
            <p:cNvCxnSpPr>
              <a:stCxn id="490" idx="6"/>
              <a:endCxn id="491" idx="2"/>
            </p:cNvCxnSpPr>
            <p:nvPr/>
          </p:nvCxnSpPr>
          <p:spPr>
            <a:xfrm>
              <a:off x="1512302" y="3285628"/>
              <a:ext cx="0" cy="942300"/>
            </a:xfrm>
            <a:prstGeom prst="straightConnector1">
              <a:avLst/>
            </a:prstGeom>
            <a:noFill/>
            <a:ln cap="flat" cmpd="sng" w="28575">
              <a:solidFill>
                <a:srgbClr val="7F7F7F"/>
              </a:solidFill>
              <a:prstDash val="solid"/>
              <a:round/>
              <a:headEnd len="sm" w="sm" type="none"/>
              <a:tailEnd len="sm" w="sm" type="none"/>
            </a:ln>
          </p:spPr>
        </p:cxnSp>
        <p:cxnSp>
          <p:nvCxnSpPr>
            <p:cNvPr id="495" name="Google Shape;495;p26"/>
            <p:cNvCxnSpPr>
              <a:stCxn id="487" idx="6"/>
              <a:endCxn id="488" idx="2"/>
            </p:cNvCxnSpPr>
            <p:nvPr/>
          </p:nvCxnSpPr>
          <p:spPr>
            <a:xfrm>
              <a:off x="1512302" y="2171724"/>
              <a:ext cx="1272000" cy="782100"/>
            </a:xfrm>
            <a:prstGeom prst="straightConnector1">
              <a:avLst/>
            </a:prstGeom>
            <a:noFill/>
            <a:ln cap="flat" cmpd="sng" w="28575">
              <a:solidFill>
                <a:srgbClr val="7F7F7F"/>
              </a:solidFill>
              <a:prstDash val="solid"/>
              <a:round/>
              <a:headEnd len="sm" w="sm" type="none"/>
              <a:tailEnd len="sm" w="sm" type="none"/>
            </a:ln>
          </p:spPr>
        </p:cxnSp>
        <p:cxnSp>
          <p:nvCxnSpPr>
            <p:cNvPr id="496" name="Google Shape;496;p26"/>
            <p:cNvCxnSpPr>
              <a:stCxn id="487" idx="6"/>
              <a:endCxn id="489" idx="2"/>
            </p:cNvCxnSpPr>
            <p:nvPr/>
          </p:nvCxnSpPr>
          <p:spPr>
            <a:xfrm>
              <a:off x="1512302" y="2171724"/>
              <a:ext cx="636000" cy="788100"/>
            </a:xfrm>
            <a:prstGeom prst="straightConnector1">
              <a:avLst/>
            </a:prstGeom>
            <a:noFill/>
            <a:ln cap="flat" cmpd="sng" w="28575">
              <a:solidFill>
                <a:srgbClr val="7F7F7F"/>
              </a:solidFill>
              <a:prstDash val="solid"/>
              <a:round/>
              <a:headEnd len="sm" w="sm" type="none"/>
              <a:tailEnd len="sm" w="sm" type="none"/>
            </a:ln>
          </p:spPr>
        </p:cxnSp>
        <p:cxnSp>
          <p:nvCxnSpPr>
            <p:cNvPr id="497" name="Google Shape;497;p26"/>
            <p:cNvCxnSpPr>
              <a:stCxn id="487" idx="6"/>
              <a:endCxn id="490" idx="2"/>
            </p:cNvCxnSpPr>
            <p:nvPr/>
          </p:nvCxnSpPr>
          <p:spPr>
            <a:xfrm>
              <a:off x="1512302" y="2171724"/>
              <a:ext cx="0" cy="788100"/>
            </a:xfrm>
            <a:prstGeom prst="straightConnector1">
              <a:avLst/>
            </a:prstGeom>
            <a:noFill/>
            <a:ln cap="flat" cmpd="sng" w="28575">
              <a:solidFill>
                <a:srgbClr val="7F7F7F"/>
              </a:solidFill>
              <a:prstDash val="solid"/>
              <a:round/>
              <a:headEnd len="sm" w="sm" type="none"/>
              <a:tailEnd len="sm" w="sm" type="none"/>
            </a:ln>
          </p:spPr>
        </p:cxnSp>
        <p:cxnSp>
          <p:nvCxnSpPr>
            <p:cNvPr id="498" name="Google Shape;498;p26"/>
            <p:cNvCxnSpPr>
              <a:stCxn id="485" idx="6"/>
              <a:endCxn id="488" idx="2"/>
            </p:cNvCxnSpPr>
            <p:nvPr/>
          </p:nvCxnSpPr>
          <p:spPr>
            <a:xfrm>
              <a:off x="2784365" y="2171723"/>
              <a:ext cx="0" cy="782100"/>
            </a:xfrm>
            <a:prstGeom prst="straightConnector1">
              <a:avLst/>
            </a:prstGeom>
            <a:noFill/>
            <a:ln cap="flat" cmpd="sng" w="28575">
              <a:solidFill>
                <a:srgbClr val="7F7F7F"/>
              </a:solidFill>
              <a:prstDash val="solid"/>
              <a:round/>
              <a:headEnd len="sm" w="sm" type="none"/>
              <a:tailEnd len="sm" w="sm" type="none"/>
            </a:ln>
          </p:spPr>
        </p:cxnSp>
        <p:cxnSp>
          <p:nvCxnSpPr>
            <p:cNvPr id="499" name="Google Shape;499;p26"/>
            <p:cNvCxnSpPr>
              <a:stCxn id="485" idx="6"/>
              <a:endCxn id="489" idx="2"/>
            </p:cNvCxnSpPr>
            <p:nvPr/>
          </p:nvCxnSpPr>
          <p:spPr>
            <a:xfrm flipH="1">
              <a:off x="2148365" y="2171723"/>
              <a:ext cx="636000" cy="788100"/>
            </a:xfrm>
            <a:prstGeom prst="straightConnector1">
              <a:avLst/>
            </a:prstGeom>
            <a:noFill/>
            <a:ln cap="flat" cmpd="sng" w="28575">
              <a:solidFill>
                <a:srgbClr val="7F7F7F"/>
              </a:solidFill>
              <a:prstDash val="solid"/>
              <a:round/>
              <a:headEnd len="sm" w="sm" type="none"/>
              <a:tailEnd len="sm" w="sm" type="none"/>
            </a:ln>
          </p:spPr>
        </p:cxnSp>
        <p:cxnSp>
          <p:nvCxnSpPr>
            <p:cNvPr id="500" name="Google Shape;500;p26"/>
            <p:cNvCxnSpPr>
              <a:stCxn id="485" idx="6"/>
              <a:endCxn id="490" idx="2"/>
            </p:cNvCxnSpPr>
            <p:nvPr/>
          </p:nvCxnSpPr>
          <p:spPr>
            <a:xfrm flipH="1">
              <a:off x="1512365" y="2171723"/>
              <a:ext cx="1272000" cy="788100"/>
            </a:xfrm>
            <a:prstGeom prst="straightConnector1">
              <a:avLst/>
            </a:prstGeom>
            <a:noFill/>
            <a:ln cap="flat" cmpd="sng" w="28575">
              <a:solidFill>
                <a:srgbClr val="7F7F7F"/>
              </a:solidFill>
              <a:prstDash val="solid"/>
              <a:round/>
              <a:headEnd len="sm" w="sm" type="none"/>
              <a:tailEnd len="sm" w="sm" type="none"/>
            </a:ln>
          </p:spPr>
        </p:cxnSp>
        <p:cxnSp>
          <p:nvCxnSpPr>
            <p:cNvPr id="501" name="Google Shape;501;p26"/>
            <p:cNvCxnSpPr>
              <a:stCxn id="486" idx="6"/>
              <a:endCxn id="488" idx="2"/>
            </p:cNvCxnSpPr>
            <p:nvPr/>
          </p:nvCxnSpPr>
          <p:spPr>
            <a:xfrm>
              <a:off x="2148334" y="2171723"/>
              <a:ext cx="636000" cy="782100"/>
            </a:xfrm>
            <a:prstGeom prst="straightConnector1">
              <a:avLst/>
            </a:prstGeom>
            <a:noFill/>
            <a:ln cap="flat" cmpd="sng" w="28575">
              <a:solidFill>
                <a:srgbClr val="7F7F7F"/>
              </a:solidFill>
              <a:prstDash val="solid"/>
              <a:round/>
              <a:headEnd len="sm" w="sm" type="none"/>
              <a:tailEnd len="sm" w="sm" type="none"/>
            </a:ln>
          </p:spPr>
        </p:cxnSp>
        <p:cxnSp>
          <p:nvCxnSpPr>
            <p:cNvPr id="502" name="Google Shape;502;p26"/>
            <p:cNvCxnSpPr>
              <a:stCxn id="486" idx="6"/>
              <a:endCxn id="489" idx="2"/>
            </p:cNvCxnSpPr>
            <p:nvPr/>
          </p:nvCxnSpPr>
          <p:spPr>
            <a:xfrm>
              <a:off x="2148334" y="2171723"/>
              <a:ext cx="0" cy="788100"/>
            </a:xfrm>
            <a:prstGeom prst="straightConnector1">
              <a:avLst/>
            </a:prstGeom>
            <a:noFill/>
            <a:ln cap="flat" cmpd="sng" w="28575">
              <a:solidFill>
                <a:srgbClr val="7F7F7F"/>
              </a:solidFill>
              <a:prstDash val="solid"/>
              <a:round/>
              <a:headEnd len="sm" w="sm" type="none"/>
              <a:tailEnd len="sm" w="sm" type="none"/>
            </a:ln>
          </p:spPr>
        </p:cxnSp>
        <p:cxnSp>
          <p:nvCxnSpPr>
            <p:cNvPr id="503" name="Google Shape;503;p26"/>
            <p:cNvCxnSpPr>
              <a:stCxn id="486" idx="6"/>
              <a:endCxn id="490" idx="2"/>
            </p:cNvCxnSpPr>
            <p:nvPr/>
          </p:nvCxnSpPr>
          <p:spPr>
            <a:xfrm flipH="1">
              <a:off x="1512334" y="2171723"/>
              <a:ext cx="636000" cy="788100"/>
            </a:xfrm>
            <a:prstGeom prst="straightConnector1">
              <a:avLst/>
            </a:prstGeom>
            <a:noFill/>
            <a:ln cap="flat" cmpd="sng" w="28575">
              <a:solidFill>
                <a:srgbClr val="7F7F7F"/>
              </a:solidFill>
              <a:prstDash val="solid"/>
              <a:round/>
              <a:headEnd len="sm" w="sm" type="none"/>
              <a:tailEnd len="sm" w="sm" type="none"/>
            </a:ln>
          </p:spPr>
        </p:cxnSp>
        <p:sp>
          <p:nvSpPr>
            <p:cNvPr id="504" name="Google Shape;504;p26"/>
            <p:cNvSpPr/>
            <p:nvPr/>
          </p:nvSpPr>
          <p:spPr>
            <a:xfrm rot="5400000">
              <a:off x="1985377" y="4220940"/>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505" name="Google Shape;505;p26"/>
            <p:cNvSpPr/>
            <p:nvPr/>
          </p:nvSpPr>
          <p:spPr>
            <a:xfrm rot="5400000">
              <a:off x="2621408" y="4251268"/>
              <a:ext cx="325914" cy="323928"/>
            </a:xfrm>
            <a:prstGeom prst="ellipse">
              <a:avLst/>
            </a:prstGeom>
            <a:solidFill>
              <a:schemeClr val="dk1"/>
            </a:solidFill>
            <a:ln cap="flat" cmpd="sng" w="38100">
              <a:solidFill>
                <a:srgbClr val="7F7F7F"/>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506" name="Google Shape;506;p26"/>
            <p:cNvCxnSpPr>
              <a:stCxn id="490" idx="6"/>
              <a:endCxn id="504" idx="2"/>
            </p:cNvCxnSpPr>
            <p:nvPr/>
          </p:nvCxnSpPr>
          <p:spPr>
            <a:xfrm>
              <a:off x="1512302" y="3285628"/>
              <a:ext cx="636000" cy="934200"/>
            </a:xfrm>
            <a:prstGeom prst="straightConnector1">
              <a:avLst/>
            </a:prstGeom>
            <a:noFill/>
            <a:ln cap="flat" cmpd="sng" w="28575">
              <a:solidFill>
                <a:srgbClr val="7F7F7F"/>
              </a:solidFill>
              <a:prstDash val="solid"/>
              <a:round/>
              <a:headEnd len="sm" w="sm" type="none"/>
              <a:tailEnd len="sm" w="sm" type="none"/>
            </a:ln>
          </p:spPr>
        </p:cxnSp>
        <p:cxnSp>
          <p:nvCxnSpPr>
            <p:cNvPr id="507" name="Google Shape;507;p26"/>
            <p:cNvCxnSpPr>
              <a:stCxn id="489" idx="6"/>
              <a:endCxn id="504" idx="2"/>
            </p:cNvCxnSpPr>
            <p:nvPr/>
          </p:nvCxnSpPr>
          <p:spPr>
            <a:xfrm>
              <a:off x="2148334" y="3285628"/>
              <a:ext cx="0" cy="934200"/>
            </a:xfrm>
            <a:prstGeom prst="straightConnector1">
              <a:avLst/>
            </a:prstGeom>
            <a:noFill/>
            <a:ln cap="flat" cmpd="sng" w="28575">
              <a:solidFill>
                <a:srgbClr val="7F7F7F"/>
              </a:solidFill>
              <a:prstDash val="solid"/>
              <a:round/>
              <a:headEnd len="sm" w="sm" type="none"/>
              <a:tailEnd len="sm" w="sm" type="none"/>
            </a:ln>
          </p:spPr>
        </p:cxnSp>
        <p:cxnSp>
          <p:nvCxnSpPr>
            <p:cNvPr id="508" name="Google Shape;508;p26"/>
            <p:cNvCxnSpPr>
              <a:stCxn id="488" idx="6"/>
              <a:endCxn id="504" idx="2"/>
            </p:cNvCxnSpPr>
            <p:nvPr/>
          </p:nvCxnSpPr>
          <p:spPr>
            <a:xfrm flipH="1">
              <a:off x="2148365" y="3279863"/>
              <a:ext cx="636000" cy="940200"/>
            </a:xfrm>
            <a:prstGeom prst="straightConnector1">
              <a:avLst/>
            </a:prstGeom>
            <a:noFill/>
            <a:ln cap="flat" cmpd="sng" w="28575">
              <a:solidFill>
                <a:srgbClr val="7F7F7F"/>
              </a:solidFill>
              <a:prstDash val="solid"/>
              <a:round/>
              <a:headEnd len="sm" w="sm" type="none"/>
              <a:tailEnd len="sm" w="sm" type="none"/>
            </a:ln>
          </p:spPr>
        </p:cxnSp>
        <p:cxnSp>
          <p:nvCxnSpPr>
            <p:cNvPr id="509" name="Google Shape;509;p26"/>
            <p:cNvCxnSpPr>
              <a:stCxn id="489" idx="6"/>
              <a:endCxn id="505" idx="2"/>
            </p:cNvCxnSpPr>
            <p:nvPr/>
          </p:nvCxnSpPr>
          <p:spPr>
            <a:xfrm>
              <a:off x="2148334" y="3285628"/>
              <a:ext cx="636000" cy="964500"/>
            </a:xfrm>
            <a:prstGeom prst="straightConnector1">
              <a:avLst/>
            </a:prstGeom>
            <a:noFill/>
            <a:ln cap="flat" cmpd="sng" w="28575">
              <a:solidFill>
                <a:srgbClr val="7F7F7F"/>
              </a:solidFill>
              <a:prstDash val="solid"/>
              <a:round/>
              <a:headEnd len="sm" w="sm" type="none"/>
              <a:tailEnd len="sm" w="sm" type="none"/>
            </a:ln>
          </p:spPr>
        </p:cxnSp>
        <p:cxnSp>
          <p:nvCxnSpPr>
            <p:cNvPr id="510" name="Google Shape;510;p26"/>
            <p:cNvCxnSpPr>
              <a:stCxn id="490" idx="6"/>
              <a:endCxn id="505" idx="2"/>
            </p:cNvCxnSpPr>
            <p:nvPr/>
          </p:nvCxnSpPr>
          <p:spPr>
            <a:xfrm>
              <a:off x="1512302" y="3285628"/>
              <a:ext cx="1272000" cy="964500"/>
            </a:xfrm>
            <a:prstGeom prst="straightConnector1">
              <a:avLst/>
            </a:prstGeom>
            <a:noFill/>
            <a:ln cap="flat" cmpd="sng" w="28575">
              <a:solidFill>
                <a:srgbClr val="7F7F7F"/>
              </a:solidFill>
              <a:prstDash val="solid"/>
              <a:round/>
              <a:headEnd len="sm" w="sm" type="none"/>
              <a:tailEnd len="sm" w="sm" type="none"/>
            </a:ln>
          </p:spPr>
        </p:cxnSp>
        <p:cxnSp>
          <p:nvCxnSpPr>
            <p:cNvPr id="511" name="Google Shape;511;p26"/>
            <p:cNvCxnSpPr>
              <a:stCxn id="488" idx="6"/>
              <a:endCxn id="505" idx="2"/>
            </p:cNvCxnSpPr>
            <p:nvPr/>
          </p:nvCxnSpPr>
          <p:spPr>
            <a:xfrm>
              <a:off x="2784365" y="3279863"/>
              <a:ext cx="0" cy="970500"/>
            </a:xfrm>
            <a:prstGeom prst="straightConnector1">
              <a:avLst/>
            </a:prstGeom>
            <a:noFill/>
            <a:ln cap="flat" cmpd="sng" w="28575">
              <a:solidFill>
                <a:srgbClr val="7F7F7F"/>
              </a:solidFill>
              <a:prstDash val="solid"/>
              <a:round/>
              <a:headEnd len="sm" w="sm" type="none"/>
              <a:tailEnd len="sm" w="sm" type="none"/>
            </a:ln>
          </p:spPr>
        </p:cxnSp>
      </p:grpSp>
      <p:grpSp>
        <p:nvGrpSpPr>
          <p:cNvPr id="512" name="Google Shape;512;p26"/>
          <p:cNvGrpSpPr/>
          <p:nvPr/>
        </p:nvGrpSpPr>
        <p:grpSpPr>
          <a:xfrm>
            <a:off x="7986938" y="1728466"/>
            <a:ext cx="1767979" cy="3024613"/>
            <a:chOff x="1350338" y="1845809"/>
            <a:chExt cx="1595991" cy="2730380"/>
          </a:xfrm>
        </p:grpSpPr>
        <p:sp>
          <p:nvSpPr>
            <p:cNvPr id="513" name="Google Shape;513;p26"/>
            <p:cNvSpPr/>
            <p:nvPr/>
          </p:nvSpPr>
          <p:spPr>
            <a:xfrm rot="5400000">
              <a:off x="2621408" y="1846802"/>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514" name="Google Shape;514;p26"/>
            <p:cNvSpPr/>
            <p:nvPr/>
          </p:nvSpPr>
          <p:spPr>
            <a:xfrm rot="5400000">
              <a:off x="1985377" y="1846802"/>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515" name="Google Shape;515;p26"/>
            <p:cNvSpPr/>
            <p:nvPr/>
          </p:nvSpPr>
          <p:spPr>
            <a:xfrm rot="5400000">
              <a:off x="1349345" y="1846803"/>
              <a:ext cx="325914" cy="323928"/>
            </a:xfrm>
            <a:prstGeom prst="ellipse">
              <a:avLst/>
            </a:prstGeom>
            <a:solidFill>
              <a:schemeClr val="dk1"/>
            </a:solidFill>
            <a:ln cap="flat" cmpd="sng" w="38100">
              <a:solidFill>
                <a:srgbClr val="7F7F7F"/>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516" name="Google Shape;516;p26"/>
            <p:cNvSpPr/>
            <p:nvPr/>
          </p:nvSpPr>
          <p:spPr>
            <a:xfrm rot="5400000">
              <a:off x="2621408" y="2954942"/>
              <a:ext cx="325914" cy="323928"/>
            </a:xfrm>
            <a:prstGeom prst="ellipse">
              <a:avLst/>
            </a:prstGeom>
            <a:solidFill>
              <a:schemeClr val="dk1"/>
            </a:solidFill>
            <a:ln cap="flat" cmpd="sng" w="38100">
              <a:solidFill>
                <a:srgbClr val="7F7F7F"/>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517" name="Google Shape;517;p26"/>
            <p:cNvSpPr/>
            <p:nvPr/>
          </p:nvSpPr>
          <p:spPr>
            <a:xfrm rot="5400000">
              <a:off x="1985377" y="2960707"/>
              <a:ext cx="325914" cy="323928"/>
            </a:xfrm>
            <a:prstGeom prst="ellipse">
              <a:avLst/>
            </a:prstGeom>
            <a:solidFill>
              <a:schemeClr val="dk1"/>
            </a:solidFill>
            <a:ln cap="flat" cmpd="sng" w="38100">
              <a:solidFill>
                <a:srgbClr val="7F7F7F"/>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518" name="Google Shape;518;p26"/>
            <p:cNvSpPr/>
            <p:nvPr/>
          </p:nvSpPr>
          <p:spPr>
            <a:xfrm rot="5400000">
              <a:off x="1349345" y="2960707"/>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519" name="Google Shape;519;p26"/>
            <p:cNvSpPr/>
            <p:nvPr/>
          </p:nvSpPr>
          <p:spPr>
            <a:xfrm rot="5400000">
              <a:off x="1349345" y="4228879"/>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520" name="Google Shape;520;p26"/>
            <p:cNvCxnSpPr>
              <a:stCxn id="516" idx="6"/>
              <a:endCxn id="519" idx="2"/>
            </p:cNvCxnSpPr>
            <p:nvPr/>
          </p:nvCxnSpPr>
          <p:spPr>
            <a:xfrm flipH="1">
              <a:off x="1512365" y="3279863"/>
              <a:ext cx="1272000" cy="948000"/>
            </a:xfrm>
            <a:prstGeom prst="straightConnector1">
              <a:avLst/>
            </a:prstGeom>
            <a:noFill/>
            <a:ln cap="flat" cmpd="sng" w="28575">
              <a:solidFill>
                <a:srgbClr val="7F7F7F"/>
              </a:solidFill>
              <a:prstDash val="solid"/>
              <a:round/>
              <a:headEnd len="sm" w="sm" type="none"/>
              <a:tailEnd len="sm" w="sm" type="none"/>
            </a:ln>
          </p:spPr>
        </p:cxnSp>
        <p:cxnSp>
          <p:nvCxnSpPr>
            <p:cNvPr id="521" name="Google Shape;521;p26"/>
            <p:cNvCxnSpPr>
              <a:stCxn id="517" idx="6"/>
              <a:endCxn id="519" idx="2"/>
            </p:cNvCxnSpPr>
            <p:nvPr/>
          </p:nvCxnSpPr>
          <p:spPr>
            <a:xfrm flipH="1">
              <a:off x="1512334" y="3285628"/>
              <a:ext cx="636000" cy="942300"/>
            </a:xfrm>
            <a:prstGeom prst="straightConnector1">
              <a:avLst/>
            </a:prstGeom>
            <a:noFill/>
            <a:ln cap="flat" cmpd="sng" w="28575">
              <a:solidFill>
                <a:srgbClr val="7F7F7F"/>
              </a:solidFill>
              <a:prstDash val="solid"/>
              <a:round/>
              <a:headEnd len="sm" w="sm" type="none"/>
              <a:tailEnd len="sm" w="sm" type="none"/>
            </a:ln>
          </p:spPr>
        </p:cxnSp>
        <p:cxnSp>
          <p:nvCxnSpPr>
            <p:cNvPr id="522" name="Google Shape;522;p26"/>
            <p:cNvCxnSpPr>
              <a:stCxn id="518" idx="6"/>
              <a:endCxn id="519" idx="2"/>
            </p:cNvCxnSpPr>
            <p:nvPr/>
          </p:nvCxnSpPr>
          <p:spPr>
            <a:xfrm>
              <a:off x="1512302" y="3285628"/>
              <a:ext cx="0" cy="942300"/>
            </a:xfrm>
            <a:prstGeom prst="straightConnector1">
              <a:avLst/>
            </a:prstGeom>
            <a:noFill/>
            <a:ln cap="flat" cmpd="sng" w="28575">
              <a:solidFill>
                <a:srgbClr val="7F7F7F"/>
              </a:solidFill>
              <a:prstDash val="solid"/>
              <a:round/>
              <a:headEnd len="sm" w="sm" type="none"/>
              <a:tailEnd len="sm" w="sm" type="none"/>
            </a:ln>
          </p:spPr>
        </p:cxnSp>
        <p:cxnSp>
          <p:nvCxnSpPr>
            <p:cNvPr id="523" name="Google Shape;523;p26"/>
            <p:cNvCxnSpPr>
              <a:stCxn id="515" idx="6"/>
              <a:endCxn id="516" idx="2"/>
            </p:cNvCxnSpPr>
            <p:nvPr/>
          </p:nvCxnSpPr>
          <p:spPr>
            <a:xfrm>
              <a:off x="1512302" y="2171724"/>
              <a:ext cx="1272000" cy="782100"/>
            </a:xfrm>
            <a:prstGeom prst="straightConnector1">
              <a:avLst/>
            </a:prstGeom>
            <a:noFill/>
            <a:ln cap="flat" cmpd="sng" w="28575">
              <a:solidFill>
                <a:srgbClr val="7F7F7F"/>
              </a:solidFill>
              <a:prstDash val="solid"/>
              <a:round/>
              <a:headEnd len="sm" w="sm" type="none"/>
              <a:tailEnd len="sm" w="sm" type="none"/>
            </a:ln>
          </p:spPr>
        </p:cxnSp>
        <p:cxnSp>
          <p:nvCxnSpPr>
            <p:cNvPr id="524" name="Google Shape;524;p26"/>
            <p:cNvCxnSpPr>
              <a:stCxn id="515" idx="6"/>
              <a:endCxn id="517" idx="2"/>
            </p:cNvCxnSpPr>
            <p:nvPr/>
          </p:nvCxnSpPr>
          <p:spPr>
            <a:xfrm>
              <a:off x="1512302" y="2171724"/>
              <a:ext cx="636000" cy="788100"/>
            </a:xfrm>
            <a:prstGeom prst="straightConnector1">
              <a:avLst/>
            </a:prstGeom>
            <a:noFill/>
            <a:ln cap="flat" cmpd="sng" w="28575">
              <a:solidFill>
                <a:srgbClr val="7F7F7F"/>
              </a:solidFill>
              <a:prstDash val="solid"/>
              <a:round/>
              <a:headEnd len="sm" w="sm" type="none"/>
              <a:tailEnd len="sm" w="sm" type="none"/>
            </a:ln>
          </p:spPr>
        </p:cxnSp>
        <p:cxnSp>
          <p:nvCxnSpPr>
            <p:cNvPr id="525" name="Google Shape;525;p26"/>
            <p:cNvCxnSpPr>
              <a:stCxn id="515" idx="6"/>
              <a:endCxn id="518" idx="2"/>
            </p:cNvCxnSpPr>
            <p:nvPr/>
          </p:nvCxnSpPr>
          <p:spPr>
            <a:xfrm>
              <a:off x="1512302" y="2171724"/>
              <a:ext cx="0" cy="788100"/>
            </a:xfrm>
            <a:prstGeom prst="straightConnector1">
              <a:avLst/>
            </a:prstGeom>
            <a:noFill/>
            <a:ln cap="flat" cmpd="sng" w="28575">
              <a:solidFill>
                <a:srgbClr val="7F7F7F"/>
              </a:solidFill>
              <a:prstDash val="solid"/>
              <a:round/>
              <a:headEnd len="sm" w="sm" type="none"/>
              <a:tailEnd len="sm" w="sm" type="none"/>
            </a:ln>
          </p:spPr>
        </p:cxnSp>
        <p:cxnSp>
          <p:nvCxnSpPr>
            <p:cNvPr id="526" name="Google Shape;526;p26"/>
            <p:cNvCxnSpPr>
              <a:stCxn id="513" idx="6"/>
              <a:endCxn id="516" idx="2"/>
            </p:cNvCxnSpPr>
            <p:nvPr/>
          </p:nvCxnSpPr>
          <p:spPr>
            <a:xfrm>
              <a:off x="2784365" y="2171723"/>
              <a:ext cx="0" cy="782100"/>
            </a:xfrm>
            <a:prstGeom prst="straightConnector1">
              <a:avLst/>
            </a:prstGeom>
            <a:noFill/>
            <a:ln cap="flat" cmpd="sng" w="28575">
              <a:solidFill>
                <a:srgbClr val="7F7F7F"/>
              </a:solidFill>
              <a:prstDash val="solid"/>
              <a:round/>
              <a:headEnd len="sm" w="sm" type="none"/>
              <a:tailEnd len="sm" w="sm" type="none"/>
            </a:ln>
          </p:spPr>
        </p:cxnSp>
        <p:cxnSp>
          <p:nvCxnSpPr>
            <p:cNvPr id="527" name="Google Shape;527;p26"/>
            <p:cNvCxnSpPr>
              <a:stCxn id="513" idx="6"/>
              <a:endCxn id="517" idx="2"/>
            </p:cNvCxnSpPr>
            <p:nvPr/>
          </p:nvCxnSpPr>
          <p:spPr>
            <a:xfrm flipH="1">
              <a:off x="2148365" y="2171723"/>
              <a:ext cx="636000" cy="788100"/>
            </a:xfrm>
            <a:prstGeom prst="straightConnector1">
              <a:avLst/>
            </a:prstGeom>
            <a:noFill/>
            <a:ln cap="flat" cmpd="sng" w="28575">
              <a:solidFill>
                <a:srgbClr val="7F7F7F"/>
              </a:solidFill>
              <a:prstDash val="solid"/>
              <a:round/>
              <a:headEnd len="sm" w="sm" type="none"/>
              <a:tailEnd len="sm" w="sm" type="none"/>
            </a:ln>
          </p:spPr>
        </p:cxnSp>
        <p:cxnSp>
          <p:nvCxnSpPr>
            <p:cNvPr id="528" name="Google Shape;528;p26"/>
            <p:cNvCxnSpPr>
              <a:stCxn id="513" idx="6"/>
              <a:endCxn id="518" idx="2"/>
            </p:cNvCxnSpPr>
            <p:nvPr/>
          </p:nvCxnSpPr>
          <p:spPr>
            <a:xfrm flipH="1">
              <a:off x="1512365" y="2171723"/>
              <a:ext cx="1272000" cy="788100"/>
            </a:xfrm>
            <a:prstGeom prst="straightConnector1">
              <a:avLst/>
            </a:prstGeom>
            <a:noFill/>
            <a:ln cap="flat" cmpd="sng" w="28575">
              <a:solidFill>
                <a:srgbClr val="7F7F7F"/>
              </a:solidFill>
              <a:prstDash val="solid"/>
              <a:round/>
              <a:headEnd len="sm" w="sm" type="none"/>
              <a:tailEnd len="sm" w="sm" type="none"/>
            </a:ln>
          </p:spPr>
        </p:cxnSp>
        <p:cxnSp>
          <p:nvCxnSpPr>
            <p:cNvPr id="529" name="Google Shape;529;p26"/>
            <p:cNvCxnSpPr>
              <a:stCxn id="514" idx="6"/>
              <a:endCxn id="516" idx="2"/>
            </p:cNvCxnSpPr>
            <p:nvPr/>
          </p:nvCxnSpPr>
          <p:spPr>
            <a:xfrm>
              <a:off x="2148334" y="2171723"/>
              <a:ext cx="636000" cy="782100"/>
            </a:xfrm>
            <a:prstGeom prst="straightConnector1">
              <a:avLst/>
            </a:prstGeom>
            <a:noFill/>
            <a:ln cap="flat" cmpd="sng" w="28575">
              <a:solidFill>
                <a:srgbClr val="7F7F7F"/>
              </a:solidFill>
              <a:prstDash val="solid"/>
              <a:round/>
              <a:headEnd len="sm" w="sm" type="none"/>
              <a:tailEnd len="sm" w="sm" type="none"/>
            </a:ln>
          </p:spPr>
        </p:cxnSp>
        <p:cxnSp>
          <p:nvCxnSpPr>
            <p:cNvPr id="530" name="Google Shape;530;p26"/>
            <p:cNvCxnSpPr>
              <a:stCxn id="514" idx="6"/>
              <a:endCxn id="517" idx="2"/>
            </p:cNvCxnSpPr>
            <p:nvPr/>
          </p:nvCxnSpPr>
          <p:spPr>
            <a:xfrm>
              <a:off x="2148334" y="2171723"/>
              <a:ext cx="0" cy="788100"/>
            </a:xfrm>
            <a:prstGeom prst="straightConnector1">
              <a:avLst/>
            </a:prstGeom>
            <a:noFill/>
            <a:ln cap="flat" cmpd="sng" w="28575">
              <a:solidFill>
                <a:srgbClr val="7F7F7F"/>
              </a:solidFill>
              <a:prstDash val="solid"/>
              <a:round/>
              <a:headEnd len="sm" w="sm" type="none"/>
              <a:tailEnd len="sm" w="sm" type="none"/>
            </a:ln>
          </p:spPr>
        </p:cxnSp>
        <p:cxnSp>
          <p:nvCxnSpPr>
            <p:cNvPr id="531" name="Google Shape;531;p26"/>
            <p:cNvCxnSpPr>
              <a:stCxn id="514" idx="6"/>
              <a:endCxn id="518" idx="2"/>
            </p:cNvCxnSpPr>
            <p:nvPr/>
          </p:nvCxnSpPr>
          <p:spPr>
            <a:xfrm flipH="1">
              <a:off x="1512334" y="2171723"/>
              <a:ext cx="636000" cy="788100"/>
            </a:xfrm>
            <a:prstGeom prst="straightConnector1">
              <a:avLst/>
            </a:prstGeom>
            <a:noFill/>
            <a:ln cap="flat" cmpd="sng" w="28575">
              <a:solidFill>
                <a:srgbClr val="7F7F7F"/>
              </a:solidFill>
              <a:prstDash val="solid"/>
              <a:round/>
              <a:headEnd len="sm" w="sm" type="none"/>
              <a:tailEnd len="sm" w="sm" type="none"/>
            </a:ln>
          </p:spPr>
        </p:cxnSp>
        <p:sp>
          <p:nvSpPr>
            <p:cNvPr id="532" name="Google Shape;532;p26"/>
            <p:cNvSpPr/>
            <p:nvPr/>
          </p:nvSpPr>
          <p:spPr>
            <a:xfrm rot="5400000">
              <a:off x="1985377" y="4220940"/>
              <a:ext cx="325914" cy="323928"/>
            </a:xfrm>
            <a:prstGeom prst="ellipse">
              <a:avLst/>
            </a:prstGeom>
            <a:solidFill>
              <a:schemeClr val="dk1"/>
            </a:solidFill>
            <a:ln cap="flat" cmpd="sng" w="38100">
              <a:solidFill>
                <a:srgbClr val="7F7F7F"/>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533" name="Google Shape;533;p26"/>
            <p:cNvSpPr/>
            <p:nvPr/>
          </p:nvSpPr>
          <p:spPr>
            <a:xfrm rot="5400000">
              <a:off x="2621408" y="4251268"/>
              <a:ext cx="325914" cy="32392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cxnSp>
          <p:nvCxnSpPr>
            <p:cNvPr id="534" name="Google Shape;534;p26"/>
            <p:cNvCxnSpPr>
              <a:stCxn id="518" idx="6"/>
              <a:endCxn id="532" idx="2"/>
            </p:cNvCxnSpPr>
            <p:nvPr/>
          </p:nvCxnSpPr>
          <p:spPr>
            <a:xfrm>
              <a:off x="1512302" y="3285628"/>
              <a:ext cx="636000" cy="934200"/>
            </a:xfrm>
            <a:prstGeom prst="straightConnector1">
              <a:avLst/>
            </a:prstGeom>
            <a:noFill/>
            <a:ln cap="flat" cmpd="sng" w="28575">
              <a:solidFill>
                <a:srgbClr val="7F7F7F"/>
              </a:solidFill>
              <a:prstDash val="solid"/>
              <a:round/>
              <a:headEnd len="sm" w="sm" type="none"/>
              <a:tailEnd len="sm" w="sm" type="none"/>
            </a:ln>
          </p:spPr>
        </p:cxnSp>
        <p:cxnSp>
          <p:nvCxnSpPr>
            <p:cNvPr id="535" name="Google Shape;535;p26"/>
            <p:cNvCxnSpPr>
              <a:stCxn id="517" idx="6"/>
              <a:endCxn id="532" idx="2"/>
            </p:cNvCxnSpPr>
            <p:nvPr/>
          </p:nvCxnSpPr>
          <p:spPr>
            <a:xfrm>
              <a:off x="2148334" y="3285628"/>
              <a:ext cx="0" cy="934200"/>
            </a:xfrm>
            <a:prstGeom prst="straightConnector1">
              <a:avLst/>
            </a:prstGeom>
            <a:noFill/>
            <a:ln cap="flat" cmpd="sng" w="28575">
              <a:solidFill>
                <a:srgbClr val="7F7F7F"/>
              </a:solidFill>
              <a:prstDash val="solid"/>
              <a:round/>
              <a:headEnd len="sm" w="sm" type="none"/>
              <a:tailEnd len="sm" w="sm" type="none"/>
            </a:ln>
          </p:spPr>
        </p:cxnSp>
        <p:cxnSp>
          <p:nvCxnSpPr>
            <p:cNvPr id="536" name="Google Shape;536;p26"/>
            <p:cNvCxnSpPr>
              <a:stCxn id="516" idx="6"/>
              <a:endCxn id="532" idx="2"/>
            </p:cNvCxnSpPr>
            <p:nvPr/>
          </p:nvCxnSpPr>
          <p:spPr>
            <a:xfrm flipH="1">
              <a:off x="2148365" y="3279863"/>
              <a:ext cx="636000" cy="940200"/>
            </a:xfrm>
            <a:prstGeom prst="straightConnector1">
              <a:avLst/>
            </a:prstGeom>
            <a:noFill/>
            <a:ln cap="flat" cmpd="sng" w="28575">
              <a:solidFill>
                <a:srgbClr val="7F7F7F"/>
              </a:solidFill>
              <a:prstDash val="solid"/>
              <a:round/>
              <a:headEnd len="sm" w="sm" type="none"/>
              <a:tailEnd len="sm" w="sm" type="none"/>
            </a:ln>
          </p:spPr>
        </p:cxnSp>
        <p:cxnSp>
          <p:nvCxnSpPr>
            <p:cNvPr id="537" name="Google Shape;537;p26"/>
            <p:cNvCxnSpPr>
              <a:stCxn id="517" idx="6"/>
              <a:endCxn id="533" idx="2"/>
            </p:cNvCxnSpPr>
            <p:nvPr/>
          </p:nvCxnSpPr>
          <p:spPr>
            <a:xfrm>
              <a:off x="2148334" y="3285628"/>
              <a:ext cx="636000" cy="964500"/>
            </a:xfrm>
            <a:prstGeom prst="straightConnector1">
              <a:avLst/>
            </a:prstGeom>
            <a:noFill/>
            <a:ln cap="flat" cmpd="sng" w="28575">
              <a:solidFill>
                <a:srgbClr val="7F7F7F"/>
              </a:solidFill>
              <a:prstDash val="solid"/>
              <a:round/>
              <a:headEnd len="sm" w="sm" type="none"/>
              <a:tailEnd len="sm" w="sm" type="none"/>
            </a:ln>
          </p:spPr>
        </p:cxnSp>
        <p:cxnSp>
          <p:nvCxnSpPr>
            <p:cNvPr id="538" name="Google Shape;538;p26"/>
            <p:cNvCxnSpPr>
              <a:stCxn id="518" idx="6"/>
              <a:endCxn id="533" idx="2"/>
            </p:cNvCxnSpPr>
            <p:nvPr/>
          </p:nvCxnSpPr>
          <p:spPr>
            <a:xfrm>
              <a:off x="1512302" y="3285628"/>
              <a:ext cx="1272000" cy="964500"/>
            </a:xfrm>
            <a:prstGeom prst="straightConnector1">
              <a:avLst/>
            </a:prstGeom>
            <a:noFill/>
            <a:ln cap="flat" cmpd="sng" w="28575">
              <a:solidFill>
                <a:srgbClr val="7F7F7F"/>
              </a:solidFill>
              <a:prstDash val="solid"/>
              <a:round/>
              <a:headEnd len="sm" w="sm" type="none"/>
              <a:tailEnd len="sm" w="sm" type="none"/>
            </a:ln>
          </p:spPr>
        </p:cxnSp>
        <p:cxnSp>
          <p:nvCxnSpPr>
            <p:cNvPr id="539" name="Google Shape;539;p26"/>
            <p:cNvCxnSpPr>
              <a:stCxn id="516" idx="6"/>
              <a:endCxn id="533" idx="2"/>
            </p:cNvCxnSpPr>
            <p:nvPr/>
          </p:nvCxnSpPr>
          <p:spPr>
            <a:xfrm>
              <a:off x="2784365" y="3279863"/>
              <a:ext cx="0" cy="970500"/>
            </a:xfrm>
            <a:prstGeom prst="straightConnector1">
              <a:avLst/>
            </a:prstGeom>
            <a:noFill/>
            <a:ln cap="flat" cmpd="sng" w="28575">
              <a:solidFill>
                <a:srgbClr val="7F7F7F"/>
              </a:solidFill>
              <a:prstDash val="solid"/>
              <a:round/>
              <a:headEnd len="sm" w="sm" type="none"/>
              <a:tailEnd len="sm" w="sm" type="none"/>
            </a:ln>
          </p:spPr>
        </p:cxnSp>
      </p:grpSp>
      <p:sp>
        <p:nvSpPr>
          <p:cNvPr id="540" name="Google Shape;540;p26"/>
          <p:cNvSpPr/>
          <p:nvPr/>
        </p:nvSpPr>
        <p:spPr>
          <a:xfrm>
            <a:off x="1395475" y="4915658"/>
            <a:ext cx="1409143" cy="609254"/>
          </a:xfrm>
          <a:prstGeom prst="rect">
            <a:avLst/>
          </a:prstGeom>
          <a:solidFill>
            <a:srgbClr val="3372EC"/>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Open Sans"/>
              <a:buNone/>
            </a:pPr>
            <a:r>
              <a:rPr b="1" i="0" lang="en-US" sz="2000" u="none" cap="none" strike="noStrike">
                <a:solidFill>
                  <a:srgbClr val="FFFFFF"/>
                </a:solidFill>
                <a:latin typeface="Noto Sans SC"/>
                <a:ea typeface="Noto Sans SC"/>
                <a:cs typeface="Open Sans"/>
                <a:sym typeface="Open Sans"/>
              </a:rPr>
              <a:t>丢弃率</a:t>
            </a:r>
            <a:r>
              <a:rPr b="1" i="0" lang="en-US" sz="2000" u="none" cap="none" strike="noStrike">
                <a:solidFill>
                  <a:srgbClr val="FFFFFF"/>
                </a:solidFill>
                <a:latin typeface="Open Sans"/>
                <a:ea typeface="Noto Sans SC"/>
                <a:cs typeface="Open Sans"/>
                <a:sym typeface="Open Sans"/>
              </a:rPr>
              <a:t> = 0</a:t>
            </a:r>
            <a:endParaRPr b="1" i="0" sz="2000" u="none" cap="none" strike="noStrike">
              <a:solidFill>
                <a:srgbClr val="FFFFFF"/>
              </a:solidFill>
              <a:latin typeface="Open Sans"/>
              <a:ea typeface="Noto Sans SC"/>
              <a:cs typeface="Open Sans"/>
              <a:sym typeface="Open Sans"/>
            </a:endParaRPr>
          </a:p>
        </p:txBody>
      </p:sp>
      <p:sp>
        <p:nvSpPr>
          <p:cNvPr id="541" name="Google Shape;541;p26"/>
          <p:cNvSpPr/>
          <p:nvPr/>
        </p:nvSpPr>
        <p:spPr>
          <a:xfrm>
            <a:off x="4676775" y="4915658"/>
            <a:ext cx="1556759" cy="609254"/>
          </a:xfrm>
          <a:prstGeom prst="rect">
            <a:avLst/>
          </a:prstGeom>
          <a:solidFill>
            <a:srgbClr val="3372EC"/>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Open Sans"/>
              <a:buNone/>
            </a:pPr>
            <a:r>
              <a:rPr b="1" i="0" lang="en-US" sz="2000" u="none" cap="none" strike="noStrike">
                <a:solidFill>
                  <a:srgbClr val="FFFFFF"/>
                </a:solidFill>
                <a:latin typeface="Noto Sans SC"/>
                <a:ea typeface="Noto Sans SC"/>
                <a:cs typeface="Open Sans"/>
                <a:sym typeface="Open Sans"/>
              </a:rPr>
              <a:t>丢弃率</a:t>
            </a:r>
            <a:r>
              <a:rPr b="1" i="0" lang="en-US" sz="2000" u="none" cap="none" strike="noStrike">
                <a:solidFill>
                  <a:srgbClr val="FFFFFF"/>
                </a:solidFill>
                <a:latin typeface="Open Sans"/>
                <a:ea typeface="Noto Sans SC"/>
                <a:cs typeface="Open Sans"/>
                <a:sym typeface="Open Sans"/>
              </a:rPr>
              <a:t> = .2</a:t>
            </a:r>
            <a:endParaRPr b="1" i="0" sz="2000" u="none" cap="none" strike="noStrike">
              <a:solidFill>
                <a:srgbClr val="FFFFFF"/>
              </a:solidFill>
              <a:latin typeface="Open Sans"/>
              <a:ea typeface="Noto Sans SC"/>
              <a:cs typeface="Open Sans"/>
              <a:sym typeface="Open Sans"/>
            </a:endParaRPr>
          </a:p>
        </p:txBody>
      </p:sp>
      <p:sp>
        <p:nvSpPr>
          <p:cNvPr id="542" name="Google Shape;542;p26"/>
          <p:cNvSpPr/>
          <p:nvPr/>
        </p:nvSpPr>
        <p:spPr>
          <a:xfrm>
            <a:off x="8018741" y="4915658"/>
            <a:ext cx="1556758" cy="609254"/>
          </a:xfrm>
          <a:prstGeom prst="rect">
            <a:avLst/>
          </a:prstGeom>
          <a:solidFill>
            <a:srgbClr val="3372EC"/>
          </a:soli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Open Sans"/>
              <a:buNone/>
            </a:pPr>
            <a:r>
              <a:rPr b="1" i="0" lang="en-US" sz="2000" u="none" cap="none" strike="noStrike">
                <a:solidFill>
                  <a:srgbClr val="FFFFFF"/>
                </a:solidFill>
                <a:latin typeface="Noto Sans SC"/>
                <a:ea typeface="Noto Sans SC"/>
                <a:cs typeface="Open Sans"/>
                <a:sym typeface="Open Sans"/>
              </a:rPr>
              <a:t>丢弃率</a:t>
            </a:r>
            <a:r>
              <a:rPr b="1" i="0" lang="en-US" sz="2000" u="none" cap="none" strike="noStrike">
                <a:solidFill>
                  <a:srgbClr val="FFFFFF"/>
                </a:solidFill>
                <a:latin typeface="Open Sans"/>
                <a:ea typeface="Noto Sans SC"/>
                <a:cs typeface="Open Sans"/>
                <a:sym typeface="Open Sans"/>
              </a:rPr>
              <a:t> = .4</a:t>
            </a:r>
            <a:endParaRPr b="1" i="0" sz="2000" u="none" cap="none" strike="noStrike">
              <a:solidFill>
                <a:srgbClr val="FFFFFF"/>
              </a:solidFill>
              <a:latin typeface="Open Sans"/>
              <a:ea typeface="Noto Sans SC"/>
              <a:cs typeface="Open Sans"/>
              <a:sym typeface="Open Sans"/>
            </a:endParaRPr>
          </a:p>
        </p:txBody>
      </p:sp>
      <p:sp xmlns:p="http://schemas.openxmlformats.org/presentationml/2006/main" xmlns:a="http://schemas.openxmlformats.org/drawingml/2006/main">
        <p:nvSpPr>
          <p:cNvPr id="543"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546" name="Shape 546"/>
        <p:cNvGrpSpPr/>
        <p:nvPr/>
      </p:nvGrpSpPr>
      <p:grpSpPr>
        <a:xfrm>
          <a:off x="0" y="0"/>
          <a:ext cx="0" cy="0"/>
          <a:chOff x="0" y="0"/>
          <a:chExt cx="0" cy="0"/>
        </a:xfrm>
      </p:grpSpPr>
      <p:sp>
        <p:nvSpPr>
          <p:cNvPr id="547" name="Google Shape;547;p27"/>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chemeClr val="dk2"/>
                </a:solidFill>
                <a:latin typeface="Noto Sans SC"/>
                <a:ea typeface="Noto Sans SC"/>
                <a:cs typeface="Open Sans"/>
                <a:sym typeface="Open Sans"/>
              </a:rPr>
              <a:t>完整架构</a:t>
            </a:r>
            <a:endParaRPr b="1" i="0" sz="3600" u="none" cap="none" strike="noStrike">
              <a:solidFill>
                <a:schemeClr val="dk2"/>
              </a:solidFill>
              <a:latin typeface="Open Sans"/>
              <a:ea typeface="Noto Sans SC"/>
              <a:cs typeface="Open Sans"/>
              <a:sym typeface="Open Sans"/>
            </a:endParaRPr>
          </a:p>
        </p:txBody>
      </p:sp>
      <p:grpSp>
        <p:nvGrpSpPr>
          <p:cNvPr id="548" name="Google Shape;548;p27"/>
          <p:cNvGrpSpPr/>
          <p:nvPr/>
        </p:nvGrpSpPr>
        <p:grpSpPr>
          <a:xfrm>
            <a:off x="867266" y="1545535"/>
            <a:ext cx="9238268" cy="3761295"/>
            <a:chOff x="1055802" y="1593130"/>
            <a:chExt cx="9238268" cy="3761295"/>
          </a:xfrm>
        </p:grpSpPr>
        <p:sp>
          <p:nvSpPr>
            <p:cNvPr id="549" name="Google Shape;549;p27"/>
            <p:cNvSpPr/>
            <p:nvPr/>
          </p:nvSpPr>
          <p:spPr>
            <a:xfrm>
              <a:off x="1055802" y="1593130"/>
              <a:ext cx="9238268" cy="3761295"/>
            </a:xfrm>
            <a:prstGeom prst="rect">
              <a:avLst/>
            </a:prstGeom>
            <a:gradFill>
              <a:gsLst>
                <a:gs pos="0">
                  <a:srgbClr val="DDDDDD"/>
                </a:gs>
                <a:gs pos="35000">
                  <a:srgbClr val="E6E6E6"/>
                </a:gs>
                <a:gs pos="100000">
                  <a:srgbClr val="F5F5F5"/>
                </a:gs>
              </a:gsLst>
              <a:lin ang="16200000" scaled="0"/>
            </a:gradFill>
            <a:ln cap="flat" cmpd="sng" w="9525">
              <a:solidFill>
                <a:srgbClr val="AEAEAE"/>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i="0" sz="1800" u="none" cap="none" strike="noStrike">
                <a:solidFill>
                  <a:schemeClr val="dk1"/>
                </a:solidFill>
                <a:latin typeface="Open Sans"/>
                <a:ea typeface="Noto Sans SC"/>
                <a:cs typeface="Open Sans"/>
                <a:sym typeface="Open Sans"/>
              </a:endParaRPr>
            </a:p>
          </p:txBody>
        </p:sp>
        <p:sp>
          <p:nvSpPr>
            <p:cNvPr id="550" name="Google Shape;550;p27"/>
            <p:cNvSpPr/>
            <p:nvPr/>
          </p:nvSpPr>
          <p:spPr>
            <a:xfrm rot="-5400000">
              <a:off x="1207670" y="3145086"/>
              <a:ext cx="2528873" cy="590931"/>
            </a:xfrm>
            <a:prstGeom prst="rect">
              <a:avLst/>
            </a:prstGeom>
            <a:solidFill>
              <a:srgbClr val="43A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0" i="0" lang="en-US" sz="1800" u="none" cap="none" strike="noStrike">
                  <a:solidFill>
                    <a:schemeClr val="lt1"/>
                  </a:solidFill>
                  <a:latin typeface="Noto Sans SC"/>
                  <a:ea typeface="Noto Sans SC"/>
                  <a:cs typeface="Open Sans"/>
                  <a:sym typeface="Open Sans"/>
                </a:rPr>
                <a:t>卷积层</a:t>
              </a:r>
              <a:endParaRPr b="0" i="0" sz="1800" u="none" cap="none" strike="noStrike">
                <a:solidFill>
                  <a:schemeClr val="lt1"/>
                </a:solidFill>
                <a:latin typeface="Open Sans"/>
                <a:ea typeface="Noto Sans SC"/>
                <a:cs typeface="Open Sans"/>
                <a:sym typeface="Open Sans"/>
              </a:endParaRPr>
            </a:p>
          </p:txBody>
        </p:sp>
        <p:sp>
          <p:nvSpPr>
            <p:cNvPr id="551" name="Google Shape;551;p27"/>
            <p:cNvSpPr/>
            <p:nvPr/>
          </p:nvSpPr>
          <p:spPr>
            <a:xfrm rot="-5400000">
              <a:off x="683448" y="3145086"/>
              <a:ext cx="1989647" cy="590931"/>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0" i="0" lang="en-US" sz="1800" u="none" cap="none" strike="noStrike">
                  <a:solidFill>
                    <a:schemeClr val="lt1"/>
                  </a:solidFill>
                  <a:latin typeface="Noto Sans SC"/>
                  <a:ea typeface="Noto Sans SC"/>
                  <a:cs typeface="Open Sans"/>
                  <a:sym typeface="Open Sans"/>
                </a:rPr>
                <a:t>输入</a:t>
              </a:r>
              <a:endParaRPr/>
            </a:p>
          </p:txBody>
        </p:sp>
        <p:sp>
          <p:nvSpPr>
            <p:cNvPr id="552" name="Google Shape;552;p27"/>
            <p:cNvSpPr/>
            <p:nvPr/>
          </p:nvSpPr>
          <p:spPr>
            <a:xfrm rot="-5400000">
              <a:off x="2795341" y="3145086"/>
              <a:ext cx="2528871" cy="590931"/>
            </a:xfrm>
            <a:prstGeom prst="rect">
              <a:avLst/>
            </a:prstGeom>
            <a:solidFill>
              <a:srgbClr val="43A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0" i="0" lang="en-US" sz="1800" u="none" cap="none" strike="noStrike">
                  <a:solidFill>
                    <a:schemeClr val="lt1"/>
                  </a:solidFill>
                  <a:latin typeface="Noto Sans SC"/>
                  <a:ea typeface="Noto Sans SC"/>
                  <a:cs typeface="Open Sans"/>
                  <a:sym typeface="Open Sans"/>
                </a:rPr>
                <a:t>卷积</a:t>
              </a:r>
              <a:endParaRPr/>
            </a:p>
          </p:txBody>
        </p:sp>
        <p:sp>
          <p:nvSpPr>
            <p:cNvPr id="553" name="Google Shape;553;p27"/>
            <p:cNvSpPr/>
            <p:nvPr/>
          </p:nvSpPr>
          <p:spPr>
            <a:xfrm rot="-5400000">
              <a:off x="5176846" y="3145086"/>
              <a:ext cx="2528871" cy="590931"/>
            </a:xfrm>
            <a:prstGeom prst="rect">
              <a:avLst/>
            </a:prstGeom>
            <a:solidFill>
              <a:srgbClr val="43A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0" i="0" lang="en-US" sz="1800" u="none" cap="none" strike="noStrike">
                  <a:solidFill>
                    <a:schemeClr val="lt1"/>
                  </a:solidFill>
                  <a:latin typeface="Noto Sans SC"/>
                  <a:ea typeface="Noto Sans SC"/>
                  <a:cs typeface="Open Sans"/>
                  <a:sym typeface="Open Sans"/>
                </a:rPr>
                <a:t>卷积层</a:t>
              </a:r>
              <a:endParaRPr b="0" i="0" sz="1800" u="none" cap="none" strike="noStrike">
                <a:solidFill>
                  <a:schemeClr val="lt1"/>
                </a:solidFill>
                <a:latin typeface="Open Sans"/>
                <a:ea typeface="Noto Sans SC"/>
                <a:cs typeface="Open Sans"/>
                <a:sym typeface="Open Sans"/>
              </a:endParaRPr>
            </a:p>
          </p:txBody>
        </p:sp>
        <p:sp>
          <p:nvSpPr>
            <p:cNvPr id="554" name="Google Shape;554;p27"/>
            <p:cNvSpPr/>
            <p:nvPr/>
          </p:nvSpPr>
          <p:spPr>
            <a:xfrm rot="-5400000">
              <a:off x="7120122" y="3145086"/>
              <a:ext cx="1817660" cy="590931"/>
            </a:xfrm>
            <a:prstGeom prst="rect">
              <a:avLst/>
            </a:prstGeom>
            <a:solidFill>
              <a:srgbClr val="3372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0" i="0" lang="en-US" sz="1800" u="none" cap="none" strike="noStrike">
                  <a:solidFill>
                    <a:schemeClr val="lt1"/>
                  </a:solidFill>
                  <a:latin typeface="Noto Sans SC"/>
                  <a:ea typeface="Noto Sans SC"/>
                  <a:cs typeface="Open Sans"/>
                  <a:sym typeface="Open Sans"/>
                </a:rPr>
                <a:t>密集层</a:t>
              </a:r>
              <a:endParaRPr b="0" i="0" sz="1800" u="none" cap="none" strike="noStrike">
                <a:solidFill>
                  <a:schemeClr val="lt1"/>
                </a:solidFill>
                <a:latin typeface="Open Sans"/>
                <a:ea typeface="Noto Sans SC"/>
                <a:cs typeface="Open Sans"/>
                <a:sym typeface="Open Sans"/>
              </a:endParaRPr>
            </a:p>
          </p:txBody>
        </p:sp>
        <p:sp>
          <p:nvSpPr>
            <p:cNvPr id="555" name="Google Shape;555;p27"/>
            <p:cNvSpPr/>
            <p:nvPr/>
          </p:nvSpPr>
          <p:spPr>
            <a:xfrm rot="-5400000">
              <a:off x="8983955" y="3145071"/>
              <a:ext cx="1570200" cy="591000"/>
            </a:xfrm>
            <a:prstGeom prst="rect">
              <a:avLst/>
            </a:pr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0" i="0" lang="en-US" sz="1800" u="none" cap="none" strike="noStrike">
                  <a:solidFill>
                    <a:schemeClr val="lt1"/>
                  </a:solidFill>
                  <a:latin typeface="Noto Sans SC"/>
                  <a:ea typeface="Noto Sans SC"/>
                  <a:cs typeface="Open Sans"/>
                  <a:sym typeface="Open Sans"/>
                </a:rPr>
                <a:t>输出层</a:t>
              </a:r>
              <a:endParaRPr b="0" i="0" sz="1800" u="none" cap="none" strike="noStrike">
                <a:solidFill>
                  <a:schemeClr val="lt1"/>
                </a:solidFill>
                <a:latin typeface="Open Sans"/>
                <a:ea typeface="Noto Sans SC"/>
                <a:cs typeface="Open Sans"/>
                <a:sym typeface="Open Sans"/>
              </a:endParaRPr>
            </a:p>
          </p:txBody>
        </p:sp>
        <p:sp>
          <p:nvSpPr>
            <p:cNvPr id="556" name="Google Shape;556;p27"/>
            <p:cNvSpPr/>
            <p:nvPr/>
          </p:nvSpPr>
          <p:spPr>
            <a:xfrm rot="-5400000">
              <a:off x="8187086" y="3145044"/>
              <a:ext cx="1423800" cy="591000"/>
            </a:xfrm>
            <a:prstGeom prst="rect">
              <a:avLst/>
            </a:prstGeom>
            <a:solidFill>
              <a:srgbClr val="3372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0" i="0" lang="en-US" sz="1800" u="none" cap="none" strike="noStrike">
                  <a:solidFill>
                    <a:schemeClr val="lt1"/>
                  </a:solidFill>
                  <a:latin typeface="Noto Sans SC"/>
                  <a:ea typeface="Noto Sans SC"/>
                  <a:cs typeface="Open Sans"/>
                  <a:sym typeface="Open Sans"/>
                </a:rPr>
                <a:t>密集层</a:t>
              </a:r>
              <a:endParaRPr b="0" i="0" sz="1800" u="none" cap="none" strike="noStrike">
                <a:solidFill>
                  <a:schemeClr val="lt1"/>
                </a:solidFill>
                <a:latin typeface="Open Sans"/>
                <a:ea typeface="Noto Sans SC"/>
                <a:cs typeface="Open Sans"/>
                <a:sym typeface="Open Sans"/>
              </a:endParaRPr>
            </a:p>
          </p:txBody>
        </p:sp>
        <p:sp>
          <p:nvSpPr>
            <p:cNvPr id="557" name="Google Shape;557;p27"/>
            <p:cNvSpPr/>
            <p:nvPr/>
          </p:nvSpPr>
          <p:spPr>
            <a:xfrm rot="-5400000">
              <a:off x="2001506" y="3145086"/>
              <a:ext cx="2528871" cy="590931"/>
            </a:xfrm>
            <a:prstGeom prst="rect">
              <a:avLst/>
            </a:prstGeom>
            <a:solidFill>
              <a:srgbClr val="D0591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0" i="0" lang="en-US" sz="1800" u="none" cap="none" strike="noStrike">
                  <a:solidFill>
                    <a:schemeClr val="lt1"/>
                  </a:solidFill>
                  <a:latin typeface="Noto Sans SC"/>
                  <a:ea typeface="Noto Sans SC"/>
                  <a:cs typeface="Open Sans"/>
                  <a:sym typeface="Open Sans"/>
                </a:rPr>
                <a:t>最大池化</a:t>
              </a:r>
              <a:endParaRPr b="0" i="0" sz="1800" u="none" cap="none" strike="noStrike">
                <a:solidFill>
                  <a:schemeClr val="lt1"/>
                </a:solidFill>
                <a:latin typeface="Open Sans"/>
                <a:ea typeface="Noto Sans SC"/>
                <a:cs typeface="Open Sans"/>
                <a:sym typeface="Open Sans"/>
              </a:endParaRPr>
            </a:p>
          </p:txBody>
        </p:sp>
        <p:sp>
          <p:nvSpPr>
            <p:cNvPr id="558" name="Google Shape;558;p27"/>
            <p:cNvSpPr/>
            <p:nvPr/>
          </p:nvSpPr>
          <p:spPr>
            <a:xfrm rot="-5400000">
              <a:off x="3589176" y="3145086"/>
              <a:ext cx="2528871" cy="590931"/>
            </a:xfrm>
            <a:prstGeom prst="rect">
              <a:avLst/>
            </a:prstGeom>
            <a:solidFill>
              <a:srgbClr val="96969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0" i="0" lang="en-US" sz="1800" u="none" cap="none" strike="noStrike">
                  <a:solidFill>
                    <a:schemeClr val="lt1"/>
                  </a:solidFill>
                  <a:latin typeface="Open Sans"/>
                  <a:ea typeface="Noto Sans SC"/>
                  <a:cs typeface="Open Sans"/>
                  <a:sym typeface="Open Sans"/>
                </a:rPr>
                <a:t>Dropout</a:t>
              </a:r>
              <a:endParaRPr b="0" i="0" sz="1800" u="none" cap="none" strike="noStrike">
                <a:solidFill>
                  <a:schemeClr val="lt1"/>
                </a:solidFill>
                <a:latin typeface="Open Sans"/>
                <a:ea typeface="Noto Sans SC"/>
                <a:cs typeface="Open Sans"/>
                <a:sym typeface="Open Sans"/>
              </a:endParaRPr>
            </a:p>
          </p:txBody>
        </p:sp>
        <p:sp>
          <p:nvSpPr>
            <p:cNvPr id="559" name="Google Shape;559;p27"/>
            <p:cNvSpPr/>
            <p:nvPr/>
          </p:nvSpPr>
          <p:spPr>
            <a:xfrm rot="-5400000">
              <a:off x="4383011" y="3145086"/>
              <a:ext cx="2528871" cy="590931"/>
            </a:xfrm>
            <a:prstGeom prst="rect">
              <a:avLst/>
            </a:prstGeom>
            <a:solidFill>
              <a:srgbClr val="D0591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0" i="0" lang="en-US" sz="1800" u="none" cap="none" strike="noStrike">
                  <a:solidFill>
                    <a:schemeClr val="lt1"/>
                  </a:solidFill>
                  <a:latin typeface="Noto Sans SC"/>
                  <a:ea typeface="Noto Sans SC"/>
                  <a:cs typeface="Open Sans"/>
                  <a:sym typeface="Open Sans"/>
                </a:rPr>
                <a:t>最大池化</a:t>
              </a:r>
              <a:endParaRPr b="0" i="0" sz="1400" u="none" cap="none" strike="noStrike">
                <a:solidFill>
                  <a:srgbClr val="000000"/>
                </a:solidFill>
                <a:latin typeface="Open Sans"/>
                <a:ea typeface="Noto Sans SC"/>
                <a:cs typeface="Open Sans"/>
                <a:sym typeface="Open Sans"/>
              </a:endParaRPr>
            </a:p>
          </p:txBody>
        </p:sp>
        <p:sp>
          <p:nvSpPr>
            <p:cNvPr id="560" name="Google Shape;560;p27"/>
            <p:cNvSpPr/>
            <p:nvPr/>
          </p:nvSpPr>
          <p:spPr>
            <a:xfrm rot="-5400000">
              <a:off x="5970681" y="3145086"/>
              <a:ext cx="2528871" cy="590931"/>
            </a:xfrm>
            <a:prstGeom prst="rect">
              <a:avLst/>
            </a:prstGeom>
            <a:solidFill>
              <a:srgbClr val="D0591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0" i="0" lang="en-US" sz="1800" u="none" cap="none" strike="noStrike">
                  <a:solidFill>
                    <a:schemeClr val="lt1"/>
                  </a:solidFill>
                  <a:latin typeface="Noto Sans SC"/>
                  <a:ea typeface="Noto Sans SC"/>
                  <a:cs typeface="Open Sans"/>
                  <a:sym typeface="Open Sans"/>
                </a:rPr>
                <a:t>最大池化</a:t>
              </a:r>
              <a:endParaRPr b="0" i="0" sz="1800" u="none" cap="none" strike="noStrike">
                <a:solidFill>
                  <a:schemeClr val="lt1"/>
                </a:solidFill>
                <a:latin typeface="Open Sans"/>
                <a:ea typeface="Noto Sans SC"/>
                <a:cs typeface="Open Sans"/>
                <a:sym typeface="Open Sans"/>
              </a:endParaRPr>
            </a:p>
          </p:txBody>
        </p:sp>
        <p:cxnSp>
          <p:nvCxnSpPr>
            <p:cNvPr id="561" name="Google Shape;561;p27"/>
            <p:cNvCxnSpPr/>
            <p:nvPr/>
          </p:nvCxnSpPr>
          <p:spPr>
            <a:xfrm>
              <a:off x="1973737" y="3388134"/>
              <a:ext cx="202904" cy="0"/>
            </a:xfrm>
            <a:prstGeom prst="straightConnector1">
              <a:avLst/>
            </a:prstGeom>
            <a:noFill/>
            <a:ln cap="flat" cmpd="sng" w="38100">
              <a:solidFill>
                <a:schemeClr val="accent4"/>
              </a:solidFill>
              <a:prstDash val="solid"/>
              <a:round/>
              <a:headEnd len="sm" w="sm" type="none"/>
              <a:tailEnd len="med" w="med" type="triangle"/>
            </a:ln>
          </p:spPr>
        </p:cxnSp>
        <p:cxnSp>
          <p:nvCxnSpPr>
            <p:cNvPr id="562" name="Google Shape;562;p27"/>
            <p:cNvCxnSpPr>
              <a:stCxn id="550" idx="2"/>
              <a:endCxn id="557" idx="0"/>
            </p:cNvCxnSpPr>
            <p:nvPr/>
          </p:nvCxnSpPr>
          <p:spPr>
            <a:xfrm>
              <a:off x="2767572" y="3440552"/>
              <a:ext cx="202800" cy="0"/>
            </a:xfrm>
            <a:prstGeom prst="straightConnector1">
              <a:avLst/>
            </a:prstGeom>
            <a:noFill/>
            <a:ln cap="flat" cmpd="sng" w="38100">
              <a:solidFill>
                <a:schemeClr val="accent4"/>
              </a:solidFill>
              <a:prstDash val="solid"/>
              <a:round/>
              <a:headEnd len="sm" w="sm" type="none"/>
              <a:tailEnd len="med" w="med" type="triangle"/>
            </a:ln>
          </p:spPr>
        </p:cxnSp>
        <p:cxnSp>
          <p:nvCxnSpPr>
            <p:cNvPr id="563" name="Google Shape;563;p27"/>
            <p:cNvCxnSpPr>
              <a:stCxn id="557" idx="2"/>
              <a:endCxn id="552" idx="0"/>
            </p:cNvCxnSpPr>
            <p:nvPr/>
          </p:nvCxnSpPr>
          <p:spPr>
            <a:xfrm>
              <a:off x="3561407" y="3440552"/>
              <a:ext cx="202800" cy="0"/>
            </a:xfrm>
            <a:prstGeom prst="straightConnector1">
              <a:avLst/>
            </a:prstGeom>
            <a:noFill/>
            <a:ln cap="flat" cmpd="sng" w="38100">
              <a:solidFill>
                <a:schemeClr val="accent4"/>
              </a:solidFill>
              <a:prstDash val="solid"/>
              <a:round/>
              <a:headEnd len="sm" w="sm" type="none"/>
              <a:tailEnd len="med" w="med" type="triangle"/>
            </a:ln>
          </p:spPr>
        </p:cxnSp>
        <p:cxnSp>
          <p:nvCxnSpPr>
            <p:cNvPr id="564" name="Google Shape;564;p27"/>
            <p:cNvCxnSpPr>
              <a:stCxn id="552" idx="2"/>
              <a:endCxn id="558" idx="0"/>
            </p:cNvCxnSpPr>
            <p:nvPr/>
          </p:nvCxnSpPr>
          <p:spPr>
            <a:xfrm>
              <a:off x="4355242" y="3440552"/>
              <a:ext cx="202800" cy="0"/>
            </a:xfrm>
            <a:prstGeom prst="straightConnector1">
              <a:avLst/>
            </a:prstGeom>
            <a:noFill/>
            <a:ln cap="flat" cmpd="sng" w="38100">
              <a:solidFill>
                <a:schemeClr val="accent4"/>
              </a:solidFill>
              <a:prstDash val="solid"/>
              <a:round/>
              <a:headEnd len="sm" w="sm" type="none"/>
              <a:tailEnd len="med" w="med" type="triangle"/>
            </a:ln>
          </p:spPr>
        </p:cxnSp>
        <p:cxnSp>
          <p:nvCxnSpPr>
            <p:cNvPr id="565" name="Google Shape;565;p27"/>
            <p:cNvCxnSpPr>
              <a:stCxn id="558" idx="2"/>
              <a:endCxn id="559" idx="0"/>
            </p:cNvCxnSpPr>
            <p:nvPr/>
          </p:nvCxnSpPr>
          <p:spPr>
            <a:xfrm>
              <a:off x="5149077" y="3440552"/>
              <a:ext cx="202800" cy="0"/>
            </a:xfrm>
            <a:prstGeom prst="straightConnector1">
              <a:avLst/>
            </a:prstGeom>
            <a:noFill/>
            <a:ln cap="flat" cmpd="sng" w="38100">
              <a:solidFill>
                <a:schemeClr val="accent4"/>
              </a:solidFill>
              <a:prstDash val="solid"/>
              <a:round/>
              <a:headEnd len="sm" w="sm" type="none"/>
              <a:tailEnd len="med" w="med" type="triangle"/>
            </a:ln>
          </p:spPr>
        </p:cxnSp>
        <p:cxnSp>
          <p:nvCxnSpPr>
            <p:cNvPr id="566" name="Google Shape;566;p27"/>
            <p:cNvCxnSpPr>
              <a:stCxn id="559" idx="2"/>
              <a:endCxn id="553" idx="0"/>
            </p:cNvCxnSpPr>
            <p:nvPr/>
          </p:nvCxnSpPr>
          <p:spPr>
            <a:xfrm>
              <a:off x="5942912" y="3440552"/>
              <a:ext cx="202800" cy="0"/>
            </a:xfrm>
            <a:prstGeom prst="straightConnector1">
              <a:avLst/>
            </a:prstGeom>
            <a:noFill/>
            <a:ln cap="flat" cmpd="sng" w="38100">
              <a:solidFill>
                <a:schemeClr val="accent4"/>
              </a:solidFill>
              <a:prstDash val="solid"/>
              <a:round/>
              <a:headEnd len="sm" w="sm" type="none"/>
              <a:tailEnd len="med" w="med" type="triangle"/>
            </a:ln>
          </p:spPr>
        </p:cxnSp>
        <p:cxnSp>
          <p:nvCxnSpPr>
            <p:cNvPr id="567" name="Google Shape;567;p27"/>
            <p:cNvCxnSpPr>
              <a:stCxn id="553" idx="2"/>
              <a:endCxn id="560" idx="0"/>
            </p:cNvCxnSpPr>
            <p:nvPr/>
          </p:nvCxnSpPr>
          <p:spPr>
            <a:xfrm>
              <a:off x="6736747" y="3440552"/>
              <a:ext cx="202800" cy="0"/>
            </a:xfrm>
            <a:prstGeom prst="straightConnector1">
              <a:avLst/>
            </a:prstGeom>
            <a:noFill/>
            <a:ln cap="flat" cmpd="sng" w="38100">
              <a:solidFill>
                <a:schemeClr val="accent4"/>
              </a:solidFill>
              <a:prstDash val="solid"/>
              <a:round/>
              <a:headEnd len="sm" w="sm" type="none"/>
              <a:tailEnd len="med" w="med" type="triangle"/>
            </a:ln>
          </p:spPr>
        </p:cxnSp>
        <p:cxnSp>
          <p:nvCxnSpPr>
            <p:cNvPr id="568" name="Google Shape;568;p27"/>
            <p:cNvCxnSpPr>
              <a:stCxn id="560" idx="2"/>
              <a:endCxn id="554" idx="0"/>
            </p:cNvCxnSpPr>
            <p:nvPr/>
          </p:nvCxnSpPr>
          <p:spPr>
            <a:xfrm>
              <a:off x="7530582" y="3440552"/>
              <a:ext cx="202800" cy="0"/>
            </a:xfrm>
            <a:prstGeom prst="straightConnector1">
              <a:avLst/>
            </a:prstGeom>
            <a:noFill/>
            <a:ln cap="flat" cmpd="sng" w="38100">
              <a:solidFill>
                <a:schemeClr val="accent4"/>
              </a:solidFill>
              <a:prstDash val="solid"/>
              <a:round/>
              <a:headEnd len="sm" w="sm" type="none"/>
              <a:tailEnd len="med" w="med" type="triangle"/>
            </a:ln>
          </p:spPr>
        </p:cxnSp>
        <p:cxnSp>
          <p:nvCxnSpPr>
            <p:cNvPr id="569" name="Google Shape;569;p27"/>
            <p:cNvCxnSpPr>
              <a:stCxn id="554" idx="2"/>
              <a:endCxn id="556" idx="0"/>
            </p:cNvCxnSpPr>
            <p:nvPr/>
          </p:nvCxnSpPr>
          <p:spPr>
            <a:xfrm>
              <a:off x="8324418" y="3440552"/>
              <a:ext cx="279000" cy="0"/>
            </a:xfrm>
            <a:prstGeom prst="straightConnector1">
              <a:avLst/>
            </a:prstGeom>
            <a:noFill/>
            <a:ln cap="flat" cmpd="sng" w="38100">
              <a:solidFill>
                <a:schemeClr val="accent4"/>
              </a:solidFill>
              <a:prstDash val="solid"/>
              <a:round/>
              <a:headEnd len="sm" w="sm" type="none"/>
              <a:tailEnd len="med" w="med" type="triangle"/>
            </a:ln>
          </p:spPr>
        </p:cxnSp>
        <p:cxnSp>
          <p:nvCxnSpPr>
            <p:cNvPr id="570" name="Google Shape;570;p27"/>
            <p:cNvCxnSpPr>
              <a:stCxn id="556" idx="2"/>
              <a:endCxn id="555" idx="0"/>
            </p:cNvCxnSpPr>
            <p:nvPr/>
          </p:nvCxnSpPr>
          <p:spPr>
            <a:xfrm>
              <a:off x="9194486" y="3440544"/>
              <a:ext cx="279000" cy="0"/>
            </a:xfrm>
            <a:prstGeom prst="straightConnector1">
              <a:avLst/>
            </a:prstGeom>
            <a:noFill/>
            <a:ln cap="flat" cmpd="sng" w="38100">
              <a:solidFill>
                <a:schemeClr val="accent4"/>
              </a:solidFill>
              <a:prstDash val="solid"/>
              <a:round/>
              <a:headEnd len="sm" w="sm" type="none"/>
              <a:tailEnd len="med" w="med" type="triangle"/>
            </a:ln>
          </p:spPr>
        </p:cxnSp>
      </p:grpSp>
      <p:sp xmlns:p="http://schemas.openxmlformats.org/presentationml/2006/main" xmlns:a="http://schemas.openxmlformats.org/drawingml/2006/main">
        <p:nvSpPr>
          <p:cNvPr id="571"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574" name="Shape 574"/>
        <p:cNvGrpSpPr/>
        <p:nvPr/>
      </p:nvGrpSpPr>
      <p:grpSpPr>
        <a:xfrm>
          <a:off x="0" y="0"/>
          <a:ext cx="0" cy="0"/>
          <a:chOff x="0" y="0"/>
          <a:chExt cx="0" cy="0"/>
        </a:xfrm>
      </p:grpSpPr>
      <p:sp>
        <p:nvSpPr>
          <p:cNvPr id="575" name="Google Shape;575;p28"/>
          <p:cNvSpPr txBox="1"/>
          <p:nvPr/>
        </p:nvSpPr>
        <p:spPr>
          <a:xfrm>
            <a:off x="498348" y="2790635"/>
            <a:ext cx="9976104" cy="590931"/>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en-US" sz="3600" u="none" cap="none" strike="noStrike">
                <a:solidFill>
                  <a:srgbClr val="000000"/>
                </a:solidFill>
                <a:latin typeface="Noto Sans SC"/>
                <a:ea typeface="Noto Sans SC"/>
                <a:cs typeface="Open Sans"/>
                <a:sym typeface="Open Sans"/>
              </a:rPr>
              <a:t>开始吧</a:t>
            </a:r>
            <a:r>
              <a:rPr b="1" i="0" lang="en-US" sz="3600" u="none" cap="none" strike="noStrike">
                <a:solidFill>
                  <a:srgbClr val="000000"/>
                </a:solidFill>
                <a:latin typeface="Open Sans"/>
                <a:ea typeface="Noto Sans SC"/>
                <a:cs typeface="Open Sans"/>
                <a:sym typeface="Open Sans"/>
              </a:rPr>
              <a:t>！</a:t>
            </a:r>
            <a:endParaRPr b="1" i="0" sz="3600" u="none" cap="none" strike="noStrike">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576"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579" name="Shape 579"/>
        <p:cNvGrpSpPr/>
        <p:nvPr/>
      </p:nvGrpSpPr>
      <p:grpSpPr>
        <a:xfrm>
          <a:off x="0" y="0"/>
          <a:ext cx="0" cy="0"/>
          <a:chOff x="0" y="0"/>
          <a:chExt cx="0" cy="0"/>
        </a:xfrm>
      </p:grpSpPr>
      <p:sp>
        <p:nvSpPr>
          <p:cNvPr id="580" name="Google Shape;580;g3f982e9833a_0_0"/>
          <p:cNvSpPr txBox="1"/>
          <p:nvPr/>
        </p:nvSpPr>
        <p:spPr>
          <a:xfrm>
            <a:off x="1136450" y="1317625"/>
            <a:ext cx="9143700" cy="320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a:t/>
            </a:r>
            <a:endParaRPr b="1">
              <a:latin typeface="Open Sans"/>
              <a:ea typeface="Noto Sans SC"/>
              <a:cs typeface="Open Sans"/>
              <a:sym typeface="Open Sans"/>
            </a:endParaRPr>
          </a:p>
          <a:p>
            <a:pPr indent="0" lvl="0" marL="0" rtl="0" algn="l">
              <a:spcBef>
                <a:spcPts val="0"/>
              </a:spcBef>
              <a:spcAft>
                <a:spcPts val="0"/>
              </a:spcAft>
              <a:buNone/>
            </a:pPr>
            <a:r>
              <a:rPr lang="en-US">
                <a:latin typeface="Noto Sans SC"/>
                <a:ea typeface="Noto Sans SC"/>
                <a:cs typeface="Open Sans"/>
                <a:sym typeface="Open Sans"/>
              </a:rPr>
              <a:t>探索全部</a:t>
            </a:r>
            <a:r>
              <a:rPr lang="en-US">
                <a:latin typeface="Open Sans"/>
                <a:ea typeface="Noto Sans SC"/>
                <a:cs typeface="Open Sans"/>
                <a:sym typeface="Open Sans"/>
              </a:rPr>
              <a:t> NVIDIA </a:t>
            </a:r>
            <a:r>
              <a:rPr lang="en-US">
                <a:latin typeface="Noto Sans SC"/>
                <a:ea typeface="Noto Sans SC"/>
                <a:cs typeface="Open Sans"/>
                <a:sym typeface="Open Sans"/>
              </a:rPr>
              <a:t>培训和认证资源</a:t>
            </a:r>
            <a:r>
              <a:rPr lang="en-US">
                <a:latin typeface="Open Sans"/>
                <a:ea typeface="Noto Sans SC"/>
                <a:cs typeface="Open Sans"/>
                <a:sym typeface="Open Sans"/>
              </a:rPr>
              <a:t>，</a:t>
            </a:r>
            <a:r>
              <a:rPr lang="en-US">
                <a:latin typeface="Noto Sans SC"/>
                <a:ea typeface="Noto Sans SC"/>
                <a:cs typeface="Open Sans"/>
                <a:sym typeface="Open Sans"/>
              </a:rPr>
              <a:t>请访问</a:t>
            </a:r>
            <a:r>
              <a:rPr lang="en-US">
                <a:latin typeface="Open Sans"/>
                <a:ea typeface="Noto Sans SC"/>
                <a:cs typeface="Open Sans"/>
                <a:sym typeface="Open Sans"/>
              </a:rPr>
              <a:t>:  </a:t>
            </a:r>
            <a:endParaRPr>
              <a:latin typeface="Open Sans"/>
              <a:ea typeface="Noto Sans SC"/>
              <a:cs typeface="Open Sans"/>
              <a:sym typeface="Open Sans"/>
            </a:endParaRPr>
          </a:p>
          <a:p>
            <a:pPr indent="0" lvl="0" marL="0" rtl="0" algn="l">
              <a:spcBef>
                <a:spcPts val="0"/>
              </a:spcBef>
              <a:spcAft>
                <a:spcPts val="0"/>
              </a:spcAft>
              <a:buNone/>
            </a:pPr>
            <a:r>
              <a:rPr/>
              <a:t/>
            </a:r>
            <a:endParaRPr>
              <a:latin typeface="Open Sans"/>
              <a:ea typeface="Noto Sans SC"/>
              <a:cs typeface="Open Sans"/>
              <a:sym typeface="Open Sans"/>
            </a:endParaRPr>
          </a:p>
          <a:p>
            <a:pPr indent="-317500" lvl="0" marL="457200" rtl="0" algn="l">
              <a:spcBef>
                <a:spcPts val="0"/>
              </a:spcBef>
              <a:spcAft>
                <a:spcPts val="0"/>
              </a:spcAft>
              <a:buSzPts val="1400"/>
              <a:buFont typeface="Open Sans"/>
              <a:buChar char="●"/>
            </a:pPr>
            <a:r>
              <a:rPr lang="en-US">
                <a:latin typeface="Open Sans"/>
                <a:ea typeface="Noto Sans SC"/>
                <a:cs typeface="Open Sans"/>
                <a:sym typeface="Open Sans"/>
              </a:rPr>
              <a:t>NVIDIA </a:t>
            </a:r>
            <a:r>
              <a:rPr lang="en-US">
                <a:latin typeface="Noto Sans SC"/>
                <a:ea typeface="Noto Sans SC"/>
                <a:cs typeface="Open Sans"/>
                <a:sym typeface="Open Sans"/>
              </a:rPr>
              <a:t>深度学习培训中心</a:t>
            </a:r>
            <a:r>
              <a:rPr lang="en-US">
                <a:latin typeface="Open Sans"/>
                <a:ea typeface="Noto Sans SC"/>
                <a:cs typeface="Open Sans"/>
                <a:sym typeface="Open Sans"/>
              </a:rPr>
              <a:t>（DLI）</a:t>
            </a:r>
            <a:r>
              <a:rPr lang="en-US">
                <a:latin typeface="Noto Sans SC"/>
                <a:ea typeface="Noto Sans SC"/>
                <a:cs typeface="Open Sans"/>
                <a:sym typeface="Open Sans"/>
              </a:rPr>
              <a:t>中文官网</a:t>
            </a:r>
            <a:r>
              <a:rPr lang="en-US">
                <a:latin typeface="Open Sans"/>
                <a:ea typeface="Noto Sans SC"/>
                <a:cs typeface="Open Sans"/>
                <a:sym typeface="Open Sans"/>
              </a:rPr>
              <a:t>：</a:t>
            </a:r>
            <a:r>
              <a:rPr lang="en-US" u="sng">
                <a:solidFill>
                  <a:srgbClr val="76B900"/>
                </a:solidFill>
                <a:latin typeface="Open Sans"/>
                <a:ea typeface="Noto Sans SC"/>
                <a:cs typeface="Open Sans"/>
                <a:sym typeface="Open Sans"/>
                <a:hlinkClick r:id="rId3">
                  <a:extLst>
                    <a:ext uri="{A12FA001-AC4F-418D-AE19-62706E023703}">
                      <ahyp:hlinkClr val="tx"/>
                    </a:ext>
                  </a:extLst>
                </a:hlinkClick>
              </a:rPr>
              <a:t>nvidia.cn/training </a:t>
            </a:r>
            <a:endParaRPr>
              <a:latin typeface="Open Sans"/>
              <a:ea typeface="Noto Sans SC"/>
              <a:cs typeface="Open Sans"/>
              <a:sym typeface="Open Sans"/>
            </a:endParaRPr>
          </a:p>
          <a:p>
            <a:pPr indent="0" lvl="0" marL="0" rtl="0" algn="l">
              <a:spcBef>
                <a:spcPts val="0"/>
              </a:spcBef>
              <a:spcAft>
                <a:spcPts val="0"/>
              </a:spcAft>
              <a:buNone/>
            </a:pPr>
            <a:r>
              <a:rPr/>
              <a:t/>
            </a:r>
            <a:endParaRPr>
              <a:solidFill>
                <a:schemeClr val="dk2"/>
              </a:solidFill>
              <a:latin typeface="Open Sans"/>
              <a:ea typeface="Noto Sans SC"/>
              <a:cs typeface="Open Sans"/>
              <a:sym typeface="Open Sans"/>
            </a:endParaRPr>
          </a:p>
          <a:p>
            <a:pPr indent="-317500" lvl="0" marL="457200" rtl="0" algn="l">
              <a:spcBef>
                <a:spcPts val="0"/>
              </a:spcBef>
              <a:spcAft>
                <a:spcPts val="0"/>
              </a:spcAft>
              <a:buClr>
                <a:schemeClr val="dk2"/>
              </a:buClr>
              <a:buSzPts val="1400"/>
              <a:buFont typeface="Open Sans"/>
              <a:buChar char="●"/>
            </a:pPr>
            <a:r>
              <a:rPr lang="en-US">
                <a:solidFill>
                  <a:schemeClr val="dk2"/>
                </a:solidFill>
                <a:latin typeface="Open Sans"/>
                <a:ea typeface="Noto Sans SC"/>
                <a:cs typeface="Open Sans"/>
                <a:sym typeface="Open Sans"/>
              </a:rPr>
              <a:t>NVIDIA </a:t>
            </a:r>
            <a:r>
              <a:rPr lang="en-US">
                <a:solidFill>
                  <a:schemeClr val="dk2"/>
                </a:solidFill>
                <a:latin typeface="Noto Sans SC"/>
                <a:ea typeface="Noto Sans SC"/>
                <a:cs typeface="Open Sans"/>
                <a:sym typeface="Open Sans"/>
              </a:rPr>
              <a:t>认证</a:t>
            </a:r>
            <a:r>
              <a:rPr lang="en-US">
                <a:solidFill>
                  <a:schemeClr val="dk2"/>
                </a:solidFill>
                <a:latin typeface="Open Sans"/>
                <a:ea typeface="Noto Sans SC"/>
                <a:cs typeface="Open Sans"/>
                <a:sym typeface="Open Sans"/>
              </a:rPr>
              <a:t>：</a:t>
            </a:r>
            <a:r>
              <a:rPr lang="en-US" u="sng">
                <a:solidFill>
                  <a:schemeClr val="lt2"/>
                </a:solidFill>
                <a:latin typeface="Open Sans"/>
                <a:ea typeface="Noto Sans SC"/>
                <a:cs typeface="Open Sans"/>
                <a:sym typeface="Open Sans"/>
                <a:hlinkClick r:id="rId4">
                  <a:extLst>
                    <a:ext uri="{A12FA001-AC4F-418D-AE19-62706E023703}">
                      <ahyp:hlinkClr val="tx"/>
                    </a:ext>
                  </a:extLst>
                </a:hlinkClick>
              </a:rPr>
              <a:t>https://www.nvidia.cn/training/certification</a:t>
            </a:r>
            <a:r>
              <a:rPr lang="en-US">
                <a:solidFill>
                  <a:schemeClr val="dk2"/>
                </a:solidFill>
                <a:latin typeface="Open Sans"/>
                <a:ea typeface="Noto Sans SC"/>
                <a:cs typeface="Open Sans"/>
                <a:sym typeface="Open Sans"/>
              </a:rPr>
              <a:t>    </a:t>
            </a:r>
            <a:endParaRPr>
              <a:latin typeface="Open Sans"/>
              <a:ea typeface="Noto Sans SC"/>
              <a:cs typeface="Open Sans"/>
              <a:sym typeface="Open Sans"/>
            </a:endParaRPr>
          </a:p>
          <a:p>
            <a:pPr indent="0" lvl="0" marL="457200" rtl="0" algn="l">
              <a:spcBef>
                <a:spcPts val="0"/>
              </a:spcBef>
              <a:spcAft>
                <a:spcPts val="0"/>
              </a:spcAft>
              <a:buNone/>
            </a:pPr>
            <a:r>
              <a:rPr/>
              <a:t/>
            </a:r>
            <a:endParaRPr>
              <a:latin typeface="Open Sans"/>
              <a:ea typeface="Noto Sans SC"/>
              <a:cs typeface="Open Sans"/>
              <a:sym typeface="Open Sans"/>
            </a:endParaRPr>
          </a:p>
          <a:p>
            <a:pPr indent="-317500" lvl="0" marL="457200" rtl="0" algn="l">
              <a:spcBef>
                <a:spcPts val="0"/>
              </a:spcBef>
              <a:spcAft>
                <a:spcPts val="0"/>
              </a:spcAft>
              <a:buSzPts val="1400"/>
              <a:buFont typeface="Open Sans"/>
              <a:buChar char="●"/>
            </a:pPr>
            <a:r>
              <a:rPr lang="en-US">
                <a:latin typeface="Noto Sans SC"/>
                <a:ea typeface="Noto Sans SC"/>
                <a:cs typeface="Open Sans"/>
                <a:sym typeface="Open Sans"/>
              </a:rPr>
              <a:t>按主题查找培训</a:t>
            </a:r>
            <a:r>
              <a:rPr lang="en-US">
                <a:latin typeface="Open Sans"/>
                <a:ea typeface="Noto Sans SC"/>
                <a:cs typeface="Open Sans"/>
                <a:sym typeface="Open Sans"/>
              </a:rPr>
              <a:t>：</a:t>
            </a:r>
            <a:r>
              <a:rPr lang="en-US" u="sng">
                <a:solidFill>
                  <a:srgbClr val="76B900"/>
                </a:solidFill>
                <a:latin typeface="Open Sans"/>
                <a:ea typeface="Noto Sans SC"/>
                <a:cs typeface="Open Sans"/>
                <a:sym typeface="Open Sans"/>
                <a:hlinkClick r:id="rId5">
                  <a:extLst>
                    <a:ext uri="{A12FA001-AC4F-418D-AE19-62706E023703}">
                      <ahyp:hlinkClr val="tx"/>
                    </a:ext>
                  </a:extLst>
                </a:hlinkClick>
              </a:rPr>
              <a:t>https://www.nvidia.cn/training/find-training/</a:t>
            </a:r>
            <a:r>
              <a:rPr lang="en-US">
                <a:latin typeface="Open Sans"/>
                <a:ea typeface="Noto Sans SC"/>
                <a:cs typeface="Open Sans"/>
                <a:sym typeface="Open Sans"/>
              </a:rPr>
              <a:t> </a:t>
            </a:r>
            <a:endParaRPr>
              <a:latin typeface="Open Sans"/>
              <a:ea typeface="Noto Sans SC"/>
              <a:cs typeface="Open Sans"/>
              <a:sym typeface="Open Sans"/>
            </a:endParaRPr>
          </a:p>
          <a:p>
            <a:pPr indent="0" lvl="0" marL="457200" rtl="0" algn="l">
              <a:spcBef>
                <a:spcPts val="0"/>
              </a:spcBef>
              <a:spcAft>
                <a:spcPts val="0"/>
              </a:spcAft>
              <a:buNone/>
            </a:pPr>
            <a:r>
              <a:rPr/>
              <a:t/>
            </a:r>
            <a:endParaRPr>
              <a:latin typeface="Open Sans"/>
              <a:ea typeface="Noto Sans SC"/>
              <a:cs typeface="Open Sans"/>
              <a:sym typeface="Open Sans"/>
            </a:endParaRPr>
          </a:p>
          <a:p>
            <a:pPr indent="-317500" lvl="0" marL="457200" rtl="0" algn="l">
              <a:spcBef>
                <a:spcPts val="0"/>
              </a:spcBef>
              <a:spcAft>
                <a:spcPts val="0"/>
              </a:spcAft>
              <a:buSzPts val="1400"/>
              <a:buFont typeface="Open Sans"/>
              <a:buChar char="●"/>
            </a:pPr>
            <a:r>
              <a:rPr lang="en-US">
                <a:latin typeface="Noto Sans SC"/>
                <a:ea typeface="Noto Sans SC"/>
                <a:cs typeface="Open Sans"/>
                <a:sym typeface="Open Sans"/>
              </a:rPr>
              <a:t>在线自主培训</a:t>
            </a:r>
            <a:r>
              <a:rPr lang="en-US">
                <a:latin typeface="Open Sans"/>
                <a:ea typeface="Noto Sans SC"/>
                <a:cs typeface="Open Sans"/>
                <a:sym typeface="Open Sans"/>
              </a:rPr>
              <a:t>：</a:t>
            </a:r>
            <a:r>
              <a:rPr lang="en-US" u="sng">
                <a:solidFill>
                  <a:srgbClr val="76B900"/>
                </a:solidFill>
                <a:latin typeface="Open Sans"/>
                <a:ea typeface="Noto Sans SC"/>
                <a:cs typeface="Open Sans"/>
                <a:sym typeface="Open Sans"/>
                <a:hlinkClick r:id="rId6">
                  <a:extLst>
                    <a:ext uri="{A12FA001-AC4F-418D-AE19-62706E023703}">
                      <ahyp:hlinkClr val="tx"/>
                    </a:ext>
                  </a:extLst>
                </a:hlinkClick>
              </a:rPr>
              <a:t>https://www.nvidia.cn/training/online</a:t>
            </a:r>
            <a:endParaRPr>
              <a:latin typeface="Open Sans"/>
              <a:ea typeface="Noto Sans SC"/>
              <a:cs typeface="Open Sans"/>
              <a:sym typeface="Open Sans"/>
            </a:endParaRPr>
          </a:p>
          <a:p>
            <a:pPr indent="0" lvl="0" marL="457200" rtl="0" algn="l">
              <a:spcBef>
                <a:spcPts val="0"/>
              </a:spcBef>
              <a:spcAft>
                <a:spcPts val="0"/>
              </a:spcAft>
              <a:buNone/>
            </a:pPr>
            <a:r>
              <a:rPr/>
              <a:t/>
            </a:r>
            <a:endParaRPr>
              <a:solidFill>
                <a:schemeClr val="dk2"/>
              </a:solidFill>
              <a:latin typeface="Open Sans"/>
              <a:ea typeface="Noto Sans SC"/>
              <a:cs typeface="Open Sans"/>
              <a:sym typeface="Open Sans"/>
            </a:endParaRPr>
          </a:p>
          <a:p>
            <a:pPr indent="-317500" lvl="0" marL="457200" rtl="0" algn="l">
              <a:spcBef>
                <a:spcPts val="0"/>
              </a:spcBef>
              <a:spcAft>
                <a:spcPts val="0"/>
              </a:spcAft>
              <a:buSzPts val="1400"/>
              <a:buFont typeface="Open Sans"/>
              <a:buChar char="●"/>
            </a:pPr>
            <a:r>
              <a:rPr lang="en-US">
                <a:solidFill>
                  <a:schemeClr val="dk2"/>
                </a:solidFill>
                <a:latin typeface="Open Sans"/>
                <a:ea typeface="Noto Sans SC"/>
                <a:cs typeface="Open Sans"/>
                <a:sym typeface="Open Sans"/>
              </a:rPr>
              <a:t>NVIDIA AI </a:t>
            </a:r>
            <a:r>
              <a:rPr lang="en-US">
                <a:solidFill>
                  <a:schemeClr val="dk2"/>
                </a:solidFill>
                <a:latin typeface="Noto Sans SC"/>
                <a:ea typeface="Noto Sans SC"/>
                <a:cs typeface="Open Sans"/>
                <a:sym typeface="Open Sans"/>
              </a:rPr>
              <a:t>培训班</a:t>
            </a:r>
            <a:r>
              <a:rPr lang="en-US">
                <a:solidFill>
                  <a:schemeClr val="dk2"/>
                </a:solidFill>
                <a:latin typeface="Open Sans"/>
                <a:ea typeface="Noto Sans SC"/>
                <a:cs typeface="Open Sans"/>
                <a:sym typeface="Open Sans"/>
              </a:rPr>
              <a:t>（</a:t>
            </a:r>
            <a:r>
              <a:rPr lang="en-US">
                <a:solidFill>
                  <a:schemeClr val="dk2"/>
                </a:solidFill>
                <a:latin typeface="Noto Sans SC"/>
                <a:ea typeface="Noto Sans SC"/>
                <a:cs typeface="Open Sans"/>
                <a:sym typeface="Open Sans"/>
              </a:rPr>
              <a:t>讲师指导的培训班</a:t>
            </a:r>
            <a:r>
              <a:rPr lang="en-US">
                <a:solidFill>
                  <a:schemeClr val="dk2"/>
                </a:solidFill>
                <a:latin typeface="Open Sans"/>
                <a:ea typeface="Noto Sans SC"/>
                <a:cs typeface="Open Sans"/>
                <a:sym typeface="Open Sans"/>
              </a:rPr>
              <a:t>）：</a:t>
            </a:r>
            <a:r>
              <a:rPr lang="en-US" u="sng">
                <a:solidFill>
                  <a:schemeClr val="lt2"/>
                </a:solidFill>
                <a:latin typeface="Open Sans"/>
                <a:ea typeface="Noto Sans SC"/>
                <a:cs typeface="Open Sans"/>
                <a:sym typeface="Open Sans"/>
                <a:hlinkClick r:id="rId7">
                  <a:extLst>
                    <a:ext uri="{A12FA001-AC4F-418D-AE19-62706E023703}">
                      <ahyp:hlinkClr val="tx"/>
                    </a:ext>
                  </a:extLst>
                </a:hlinkClick>
              </a:rPr>
              <a:t>www.bagevent.com/event/8359360</a:t>
            </a:r>
            <a:r>
              <a:rPr lang="en-US">
                <a:solidFill>
                  <a:schemeClr val="dk2"/>
                </a:solidFill>
                <a:latin typeface="Open Sans"/>
                <a:ea typeface="Noto Sans SC"/>
                <a:cs typeface="Open Sans"/>
                <a:sym typeface="Open Sans"/>
              </a:rPr>
              <a:t> </a:t>
            </a:r>
            <a:r>
              <a:rPr lang="en-US">
                <a:latin typeface="Open Sans"/>
                <a:ea typeface="Noto Sans SC"/>
                <a:cs typeface="Open Sans"/>
                <a:sym typeface="Open Sans"/>
              </a:rPr>
              <a:t>      </a:t>
            </a:r>
            <a:endParaRPr>
              <a:latin typeface="Open Sans"/>
              <a:ea typeface="Noto Sans SC"/>
              <a:cs typeface="Open Sans"/>
              <a:sym typeface="Open Sans"/>
            </a:endParaRPr>
          </a:p>
          <a:p>
            <a:pPr indent="0" lvl="0" marL="0" rtl="0" algn="l">
              <a:spcBef>
                <a:spcPts val="0"/>
              </a:spcBef>
              <a:spcAft>
                <a:spcPts val="0"/>
              </a:spcAft>
              <a:buNone/>
            </a:pPr>
            <a:r>
              <a:rPr/>
              <a:t/>
            </a:r>
            <a:endParaRPr>
              <a:latin typeface="Open Sans"/>
              <a:ea typeface="Noto Sans SC"/>
              <a:cs typeface="Open Sans"/>
              <a:sym typeface="Open Sans"/>
            </a:endParaRPr>
          </a:p>
          <a:p>
            <a:pPr indent="0" lvl="0" marL="0" rtl="0" algn="l">
              <a:spcBef>
                <a:spcPts val="0"/>
              </a:spcBef>
              <a:spcAft>
                <a:spcPts val="0"/>
              </a:spcAft>
              <a:buNone/>
            </a:pPr>
            <a:r>
              <a:rPr lang="en-US">
                <a:latin typeface="Noto Sans SC"/>
                <a:ea typeface="Noto Sans SC"/>
                <a:cs typeface="Open Sans"/>
                <a:sym typeface="Open Sans"/>
              </a:rPr>
              <a:t>更多咨询</a:t>
            </a:r>
            <a:r>
              <a:rPr lang="en-US">
                <a:latin typeface="Open Sans"/>
                <a:ea typeface="Noto Sans SC"/>
                <a:cs typeface="Open Sans"/>
                <a:sym typeface="Open Sans"/>
              </a:rPr>
              <a:t>，</a:t>
            </a:r>
            <a:r>
              <a:rPr lang="en-US">
                <a:latin typeface="Noto Sans SC"/>
                <a:ea typeface="Noto Sans SC"/>
                <a:cs typeface="Open Sans"/>
                <a:sym typeface="Open Sans"/>
              </a:rPr>
              <a:t>请邮件至</a:t>
            </a:r>
            <a:r>
              <a:rPr lang="en-US">
                <a:latin typeface="Open Sans"/>
                <a:ea typeface="Noto Sans SC"/>
                <a:cs typeface="Open Sans"/>
                <a:sym typeface="Open Sans"/>
              </a:rPr>
              <a:t> </a:t>
            </a:r>
            <a:r>
              <a:rPr lang="en-US" u="sng">
                <a:solidFill>
                  <a:srgbClr val="76B900"/>
                </a:solidFill>
                <a:latin typeface="Open Sans"/>
                <a:ea typeface="Noto Sans SC"/>
                <a:cs typeface="Open Sans"/>
                <a:sym typeface="Open Sans"/>
                <a:hlinkClick r:id="rId8">
                  <a:extLst>
                    <a:ext uri="{A12FA001-AC4F-418D-AE19-62706E023703}">
                      <ahyp:hlinkClr val="tx"/>
                    </a:ext>
                  </a:extLst>
                </a:hlinkClick>
              </a:rPr>
              <a:t>dlichina@nvidia.com</a:t>
            </a:r>
            <a:r>
              <a:rPr lang="en-US">
                <a:latin typeface="Open Sans"/>
                <a:ea typeface="Noto Sans SC"/>
                <a:cs typeface="Open Sans"/>
                <a:sym typeface="Open Sans"/>
              </a:rPr>
              <a:t> 。</a:t>
            </a:r>
            <a:r>
              <a:rPr lang="en-US">
                <a:latin typeface="Noto Sans SC"/>
                <a:ea typeface="Noto Sans SC"/>
                <a:cs typeface="Open Sans"/>
                <a:sym typeface="Open Sans"/>
              </a:rPr>
              <a:t>或微信添加</a:t>
            </a:r>
            <a:r>
              <a:rPr lang="en-US">
                <a:latin typeface="Open Sans"/>
                <a:ea typeface="Noto Sans SC"/>
                <a:cs typeface="Open Sans"/>
                <a:sym typeface="Open Sans"/>
              </a:rPr>
              <a:t> DLIChina, </a:t>
            </a:r>
            <a:r>
              <a:rPr lang="en-US">
                <a:latin typeface="Noto Sans SC"/>
                <a:ea typeface="Noto Sans SC"/>
                <a:cs typeface="Open Sans"/>
                <a:sym typeface="Open Sans"/>
              </a:rPr>
              <a:t>申请加入学习交流群</a:t>
            </a:r>
            <a:r>
              <a:rPr lang="en-US">
                <a:latin typeface="Open Sans"/>
                <a:ea typeface="Noto Sans SC"/>
                <a:cs typeface="Open Sans"/>
                <a:sym typeface="Open Sans"/>
              </a:rPr>
              <a:t>，</a:t>
            </a:r>
            <a:r>
              <a:rPr lang="en-US">
                <a:latin typeface="Noto Sans SC"/>
                <a:ea typeface="Noto Sans SC"/>
                <a:cs typeface="Open Sans"/>
                <a:sym typeface="Open Sans"/>
              </a:rPr>
              <a:t>备注</a:t>
            </a:r>
            <a:r>
              <a:rPr lang="en-US">
                <a:latin typeface="Open Sans"/>
                <a:ea typeface="Noto Sans SC"/>
                <a:cs typeface="Open Sans"/>
                <a:sym typeface="Open Sans"/>
              </a:rPr>
              <a:t>“</a:t>
            </a:r>
            <a:r>
              <a:rPr lang="en-US">
                <a:latin typeface="Noto Sans SC"/>
                <a:ea typeface="Noto Sans SC"/>
                <a:cs typeface="Open Sans"/>
                <a:sym typeface="Open Sans"/>
              </a:rPr>
              <a:t>咨询培训</a:t>
            </a:r>
            <a:r>
              <a:rPr lang="en-US">
                <a:latin typeface="Open Sans"/>
                <a:ea typeface="Noto Sans SC"/>
                <a:cs typeface="Open Sans"/>
                <a:sym typeface="Open Sans"/>
              </a:rPr>
              <a:t>”</a:t>
            </a:r>
            <a:endParaRPr>
              <a:latin typeface="Open Sans"/>
              <a:ea typeface="Noto Sans SC"/>
              <a:cs typeface="Open Sans"/>
              <a:sym typeface="Open Sans"/>
            </a:endParaRPr>
          </a:p>
        </p:txBody>
      </p:sp>
      <p:sp xmlns:p="http://schemas.openxmlformats.org/presentationml/2006/main" xmlns:a="http://schemas.openxmlformats.org/drawingml/2006/main">
        <p:nvSpPr>
          <p:cNvPr id="581"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2_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ffice">
      <a:majorFont>
        <a:latin typeface="Open Sans"/>
        <a:ea typeface="Noto Sans SC"/>
        <a:cs typeface="Open Sans"/>
        <a:font script="Jpan" typeface="ＭＳ Ｐゴシック"/>
        <a:font script="Hang" typeface="맑은 고딕"/>
        <a:font script="Hans" typeface="Noto Sans SC"/>
        <a:font script="Hant" typeface="Noto Sans S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Open Sans"/>
        <a:ea typeface="Noto Sans SC"/>
        <a:cs typeface="Open Sans"/>
        <a:font script="Jpan" typeface="ＭＳ Ｐゴシック"/>
        <a:font script="Hang" typeface="맑은 고딕"/>
        <a:font script="Hans" typeface="Noto Sans SC"/>
        <a:font script="Hant" typeface="Noto Sans S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Gallery">
  <a:themeElements>
    <a:clrScheme name="Gallery">
      <a:dk1>
        <a:srgbClr val="000000"/>
      </a:dk1>
      <a:lt1>
        <a:srgbClr val="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Office">
      <a:majorFont>
        <a:latin typeface="Open Sans"/>
        <a:ea typeface="Noto Sans SC"/>
        <a:cs typeface="Open Sans"/>
        <a:font script="Jpan" typeface="ＭＳ Ｐゴシック"/>
        <a:font script="Hang" typeface="맑은 고딕"/>
        <a:font script="Hans" typeface="Noto Sans SC"/>
        <a:font script="Hant" typeface="Noto Sans S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Open Sans"/>
        <a:ea typeface="Noto Sans SC"/>
        <a:cs typeface="Open Sans"/>
        <a:font script="Jpan" typeface="ＭＳ Ｐゴシック"/>
        <a:font script="Hang" typeface="맑은 고딕"/>
        <a:font script="Hans" typeface="Noto Sans SC"/>
        <a:font script="Hant" typeface="Noto Sans S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ffice">
      <a:majorFont>
        <a:latin typeface="Open Sans"/>
        <a:ea typeface="Noto Sans SC"/>
        <a:cs typeface="Open Sans"/>
        <a:font script="Jpan" typeface="ＭＳ Ｐゴシック"/>
        <a:font script="Hang" typeface="맑은 고딕"/>
        <a:font script="Hans" typeface="Noto Sans SC"/>
        <a:font script="Hant" typeface="Noto Sans S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Open Sans"/>
        <a:ea typeface="Noto Sans SC"/>
        <a:cs typeface="Open Sans"/>
        <a:font script="Jpan" typeface="ＭＳ Ｐゴシック"/>
        <a:font script="Hang" typeface="맑은 고딕"/>
        <a:font script="Hans" typeface="Noto Sans SC"/>
        <a:font script="Hant" typeface="Noto Sans S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Open Sans"/>
        <a:ea typeface="Noto Sans SC"/>
        <a:cs typeface="Open Sans"/>
        <a:font script="Jpan" typeface="ＭＳ Ｐゴシック"/>
        <a:font script="Hang" typeface="맑은 고딕"/>
        <a:font script="Hans" typeface="Noto Sans SC"/>
        <a:font script="Hant" typeface="Noto Sans S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Open Sans"/>
        <a:ea typeface="Noto Sans SC"/>
        <a:cs typeface="Open Sans"/>
        <a:font script="Jpan" typeface="ＭＳ Ｐゴシック"/>
        <a:font script="Hang" typeface="맑은 고딕"/>
        <a:font script="Hans" typeface="Noto Sans SC"/>
        <a:font script="Hant" typeface="Noto Sans S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2020-08-26T23:09:00Z</dcterms:created>
  <dc:creator>Danielle Detering</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b558183-044c-4105-8d9c-cea02a2a3d86_Enabled">
    <vt:lpwstr>True</vt:lpwstr>
  </property>
  <property fmtid="{D5CDD505-2E9C-101B-9397-08002B2CF9AE}" pid="3" name="MSIP_Label_6b558183-044c-4105-8d9c-cea02a2a3d86_SiteId">
    <vt:lpwstr>43083d15-7273-40c1-b7db-39efd9ccc17a</vt:lpwstr>
  </property>
  <property fmtid="{D5CDD505-2E9C-101B-9397-08002B2CF9AE}" pid="4" name="MSIP_Label_6b558183-044c-4105-8d9c-cea02a2a3d86_Owner">
    <vt:lpwstr>ddetering@nvidia.com</vt:lpwstr>
  </property>
  <property fmtid="{D5CDD505-2E9C-101B-9397-08002B2CF9AE}" pid="5" name="MSIP_Label_6b558183-044c-4105-8d9c-cea02a2a3d86_SetDate">
    <vt:lpwstr>2020-08-27T01:49:23.8478857Z</vt:lpwstr>
  </property>
  <property fmtid="{D5CDD505-2E9C-101B-9397-08002B2CF9AE}" pid="6" name="MSIP_Label_6b558183-044c-4105-8d9c-cea02a2a3d86_Name">
    <vt:lpwstr>Unrestricted</vt:lpwstr>
  </property>
  <property fmtid="{D5CDD505-2E9C-101B-9397-08002B2CF9AE}" pid="7" name="MSIP_Label_6b558183-044c-4105-8d9c-cea02a2a3d86_Application">
    <vt:lpwstr>Microsoft Azure Information Protection</vt:lpwstr>
  </property>
  <property fmtid="{D5CDD505-2E9C-101B-9397-08002B2CF9AE}" pid="8" name="MSIP_Label_6b558183-044c-4105-8d9c-cea02a2a3d86_Extended_MSFT_Method">
    <vt:lpwstr>Automatic</vt:lpwstr>
  </property>
  <property fmtid="{D5CDD505-2E9C-101B-9397-08002B2CF9AE}" pid="9" name="Sensitivity">
    <vt:lpwstr>Unrestricted</vt:lpwstr>
  </property>
  <property fmtid="{D5CDD505-2E9C-101B-9397-08002B2CF9AE}" pid="10" name="ContentTypeId">
    <vt:lpwstr>0x01010004CF33B71089DC448F3A861CCE49DD4C</vt:lpwstr>
  </property>
  <property fmtid="{D5CDD505-2E9C-101B-9397-08002B2CF9AE}" pid="11" name="KSOProductBuildVer">
    <vt:lpwstr>2052-11.1.0.9827</vt:lpwstr>
  </property>
</Properties>
</file>