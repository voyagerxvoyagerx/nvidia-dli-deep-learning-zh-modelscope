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1" r:id="rId6"/>
    <p:sldMasterId id="2147483653" r:id="rId7"/>
  </p:sldMasterIdLst>
  <p:notesMasterIdLst>
    <p:notesMasterId r:id="rId8"/>
  </p:notesMasterIdLst>
  <p:sldIdLst>
    <p:sldId id="276" r:id="rId38"/>
    <p:sldId id="277" r:id="rId3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Lst>
  <p:sldSz cy="6172200" cx="10972800"/>
  <p:notesSz cx="7010400" cy="9296400"/>
  <p:embeddedFontLst>
    <p:embeddedFont>
      <p:font typeface="Noto Sans"/>
      <p:regular r:id="rId29"/>
      <p:bold r:id="rId30"/>
      <p:italic r:id="rId31"/>
      <p:boldItalic r:id="rId32"/>
    </p:embeddedFont>
    <p:embeddedFont>
      <p:font typeface="Open Sans"/>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defaultTextStyle>
  <p:extLst>
    <p:ext uri="{EFAFB233-063F-42B5-8137-9DF3F51BA10A}">
      <p15:sldGuideLst>
        <p15:guide id="1" orient="horz" pos="1316">
          <p15:clr>
            <a:srgbClr val="A4A3A4"/>
          </p15:clr>
        </p15:guide>
        <p15:guide id="2" orient="horz" pos="3050">
          <p15:clr>
            <a:srgbClr val="A4A3A4"/>
          </p15:clr>
        </p15:guide>
        <p15:guide id="3" orient="horz" pos="3189">
          <p15:clr>
            <a:srgbClr val="A4A3A4"/>
          </p15:clr>
        </p15:guide>
        <p15:guide id="4" pos="5455">
          <p15:clr>
            <a:srgbClr val="A4A3A4"/>
          </p15:clr>
        </p15:guide>
        <p15:guide id="5" orient="horz" pos="975">
          <p15:clr>
            <a:srgbClr val="A4A3A4"/>
          </p15:clr>
        </p15:guide>
        <p15:guide id="6" pos="3457">
          <p15:clr>
            <a:srgbClr val="A4A3A4"/>
          </p15:clr>
        </p15:guide>
      </p15:sldGuideLst>
    </p:ext>
    <p:ext uri="{2D200454-40CA-4A62-9FC3-DE9A4176ACB9}">
      <p15:notesGuideLst>
        <p15:guide id="1" orient="horz" pos="2928">
          <p15:clr>
            <a:srgbClr val="A4A3A4"/>
          </p15:clr>
        </p15:guide>
        <p15:guide id="2" pos="2208">
          <p15:clr>
            <a:srgbClr val="A4A3A4"/>
          </p15:clr>
        </p15:guide>
      </p15:notesGuideLst>
    </p:ext>
    <p:ext uri="GoogleSlidesCustomDataVersion2">
      <go:slidesCustomData xmlns:go="http://customooxmlschemas.google.com/" r:id="rId37" roundtripDataSignature="AMtx7mh2zBQUhGjEZH4gWxBZFnjDgO8e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74C0966-4A38-4817-8542-651E90C441E2}">
  <a:tblStyle styleId="{C74C0966-4A38-4817-8542-651E90C441E2}" styleName="Table_0">
    <a:wholeTbl>
      <a:tcTxStyle b="off" i="off">
        <a:font>
          <a:latin typeface="Open Sans"/>
          <a:ea typeface="Noto Sans SC"/>
          <a:cs typeface="Open Sans"/>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a:tcStyle>
        <a:fill>
          <a:solidFill>
            <a:srgbClr val="CAD4EA"/>
          </a:solidFill>
        </a:fill>
      </a:tcStyle>
    </a:band1H>
    <a:band2H>
      <a:tcTxStyle/>
    </a:band2H>
    <a:band1V>
      <a:tcTxStyle/>
      <a:tcStyle>
        <a:fill>
          <a:solidFill>
            <a:srgbClr val="CAD4EA"/>
          </a:solidFill>
        </a:fill>
      </a:tcStyle>
    </a:band1V>
    <a:band2V>
      <a:tcTxStyle/>
    </a:band2V>
    <a:lastCol>
      <a:tcTxStyle b="on" i="off">
        <a:font>
          <a:latin typeface="Open Sans"/>
          <a:ea typeface="Noto Sans SC"/>
          <a:cs typeface="Open Sans"/>
        </a:font>
        <a:schemeClr val="lt1"/>
      </a:tcTxStyle>
      <a:tcStyle>
        <a:fill>
          <a:solidFill>
            <a:schemeClr val="accent1"/>
          </a:solidFill>
        </a:fill>
      </a:tcStyle>
    </a:lastCol>
    <a:firstCol>
      <a:tcTxStyle b="on" i="off">
        <a:font>
          <a:latin typeface="Open Sans"/>
          <a:ea typeface="Noto Sans SC"/>
          <a:cs typeface="Open Sans"/>
        </a:font>
        <a:schemeClr val="lt1"/>
      </a:tcTxStyle>
      <a:tcStyle>
        <a:fill>
          <a:solidFill>
            <a:schemeClr val="accent1"/>
          </a:solidFill>
        </a:fill>
      </a:tcStyle>
    </a:firstCol>
    <a:lastRow>
      <a:tcTxStyle b="on" i="off">
        <a:font>
          <a:latin typeface="Open Sans"/>
          <a:ea typeface="Noto Sans SC"/>
          <a:cs typeface="Open Sans"/>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Open Sans"/>
          <a:ea typeface="Noto Sans SC"/>
          <a:cs typeface="Open Sans"/>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16" orient="horz"/>
        <p:guide pos="3050" orient="horz"/>
        <p:guide pos="3189" orient="horz"/>
        <p:guide pos="5455"/>
        <p:guide pos="975" orient="horz"/>
        <p:guide pos="3457"/>
      </p:guideLst>
    </p:cSldViewPr>
  </p:slideViewPr>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font" Target="fonts/NotoSans-regular.fntdata"/><Relationship Id="rId30" Type="http://schemas.openxmlformats.org/officeDocument/2006/relationships/font" Target="fonts/NotoSans-bold.fntdata"/><Relationship Id="rId31" Type="http://schemas.openxmlformats.org/officeDocument/2006/relationships/font" Target="fonts/NotoSans-italic.fntdata"/><Relationship Id="rId32" Type="http://schemas.openxmlformats.org/officeDocument/2006/relationships/font" Target="fonts/NotoSans-boldItalic.fntdata"/><Relationship Id="rId33" Type="http://schemas.openxmlformats.org/officeDocument/2006/relationships/font" Target="fonts/OpenSans-regular.fntdata"/><Relationship Id="rId34" Type="http://schemas.openxmlformats.org/officeDocument/2006/relationships/font" Target="fonts/OpenSans-bold.fntdata"/><Relationship Id="rId35" Type="http://schemas.openxmlformats.org/officeDocument/2006/relationships/font" Target="fonts/OpenSans-italic.fntdata"/><Relationship Id="rId36" Type="http://schemas.openxmlformats.org/officeDocument/2006/relationships/font" Target="fonts/OpenSans-boldItalic.fntdata"/><Relationship Id="rId37" Type="http://customschemas.google.com/relationships/presentationmetadata" Target="metadata"/><Relationship Id="rId38" Type="http://schemas.openxmlformats.org/officeDocument/2006/relationships/slide" Target="slides/slide1.xml"/><Relationship Id="rId3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 name="Google Shape;4;n"/>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lvl1pPr indent="-228600" lvl="0" marL="4572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1pPr>
            <a:lvl2pPr indent="-228600" lvl="1" marL="9144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2pPr>
            <a:lvl3pPr indent="-228600" lvl="2" marL="13716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3pPr>
            <a:lvl4pPr indent="-228600" lvl="3" marL="18288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4pPr>
            <a:lvl5pPr indent="-228600" lvl="4" marL="2286000" marR="0" rtl="0" algn="l">
              <a:lnSpc>
                <a:spcPct val="100000"/>
              </a:lnSpc>
              <a:spcBef>
                <a:spcPts val="330"/>
              </a:spcBef>
              <a:spcAft>
                <a:spcPts val="0"/>
              </a:spcAft>
              <a:buClr>
                <a:srgbClr val="000000"/>
              </a:buClr>
              <a:buSzPts val="1400"/>
              <a:buFont typeface="Open Sans"/>
              <a:buNone/>
              <a:defRPr b="0" i="0" sz="1100" u="none" cap="none" strike="noStrike">
                <a:solidFill>
                  <a:schemeClr val="dk1"/>
                </a:solidFill>
                <a:latin typeface="Open Sans"/>
                <a:ea typeface="Noto Sans SC"/>
                <a:cs typeface="Open Sans"/>
                <a:sym typeface="Open Sans"/>
              </a:defRPr>
            </a:lvl5pPr>
            <a:lvl6pPr indent="-228600" lvl="5" marL="27432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6pPr>
            <a:lvl7pPr indent="-228600" lvl="6" marL="32004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7pPr>
            <a:lvl8pPr indent="-228600" lvl="7" marL="36576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8pPr>
            <a:lvl9pPr indent="-228600" lvl="8" marL="4114800" marR="0" rtl="0" algn="l">
              <a:lnSpc>
                <a:spcPct val="100000"/>
              </a:lnSpc>
              <a:spcBef>
                <a:spcPts val="0"/>
              </a:spcBef>
              <a:spcAft>
                <a:spcPts val="0"/>
              </a:spcAft>
              <a:buClr>
                <a:srgbClr val="000000"/>
              </a:buClr>
              <a:buSzPts val="1400"/>
              <a:buFont typeface="Open Sans"/>
              <a:buNone/>
              <a:defRPr b="0" i="0" sz="1200" u="none" cap="none" strike="noStrike">
                <a:solidFill>
                  <a:schemeClr val="dk1"/>
                </a:solidFill>
                <a:latin typeface="Open Sans"/>
                <a:ea typeface="Noto Sans SC"/>
                <a:cs typeface="Open Sans"/>
                <a:sym typeface="Open Sans"/>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handspeak.com/learn/index.php?id=98"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opencv.org/master/d9/dab/tutorial_homography.html"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 name="Shape 18"/>
        <p:cNvGrpSpPr/>
        <p:nvPr/>
      </p:nvGrpSpPr>
      <p:grpSpPr>
        <a:xfrm>
          <a:off x="0" y="0"/>
          <a:ext cx="0" cy="0"/>
          <a:chOff x="0" y="0"/>
          <a:chExt cx="0" cy="0"/>
        </a:xfrm>
      </p:grpSpPr>
      <p:sp>
        <p:nvSpPr>
          <p:cNvPr id="19" name="Google Shape;19;p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 name="Google Shape;20;p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我们的模型看起来比以前更好了。使用卷积神经网络时，验证准确性得到提高，这很好，但训练准确性看起来仍高于验证准确性，所以好像网络仍有一些过拟合。</a:t>
            </a:r>
            <a:endParaRPr>
              <a:latin typeface="Open Sans"/>
              <a:ea typeface="Noto Sans SC"/>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但有时问题不在于模型，而在于数据。有很多谚语可以形容这一点，比如：“垃圾进，垃圾出”、“朽木不可雕”。就像人类一样，神经网络同样从示例中学习；如果示例质量不好，模型也不会学习。</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我们还要考虑另外一点：确保提供充足的多样化示例。例如，我们可以思考一下，教小孩认识狗时需要注意些什么。狗的种类有很多，这不仅体现在不同品种上，而且同一个品种的狗也有很多变种。例如体型、毛色、毛发长度、口鼻部大小、尾巴的长度等等</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如果我是一个来自其他星球的外星人，那么在得知吉娃娃和大丹犬属于同一物种时，我可能会大吃一惊！</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与此同时，我们还应提供许多不同的非犬类示例。</a:t>
            </a:r>
            <a:r>
              <a:rPr b="0" i="0" lang="zh-CN">
                <a:solidFill>
                  <a:srgbClr val="222222"/>
                </a:solidFill>
                <a:latin typeface="Open Sans"/>
                <a:ea typeface="Noto Sans SC"/>
                <a:cs typeface="Open Sans"/>
                <a:sym typeface="Open Sans"/>
              </a:rPr>
              <a:t>丛林狼、狐狸和豺狼都有较近的亲缘关系，但严格来说，它们不是被驯养的狗。如果我们仅检验一两个关于犬类和非犬类特征的示例，模型将无法泛化其对狗的定义。</a:t>
            </a:r>
            <a:endParaRPr b="0">
              <a:latin typeface="Open Sans"/>
              <a:ea typeface="Noto Sans SC"/>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6: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 name="Google Shape;69;p6: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计算机视觉机器学习模型的使用具有一个鲜明特性：如果我们谨慎细致，便可通过增加数据来提供更多训练样本。</a:t>
            </a:r>
            <a:r>
              <a:rPr lang="zh-CN">
                <a:solidFill>
                  <a:srgbClr val="000000"/>
                </a:solidFill>
                <a:latin typeface="Open Sans"/>
                <a:ea typeface="Noto Sans SC"/>
                <a:cs typeface="Open Sans"/>
                <a:sym typeface="Open Sans"/>
              </a:rPr>
              <a:t>如果您曾经花费时间对数字照片进行修改</a:t>
            </a:r>
            <a:r>
              <a:rPr lang="zh-CN">
                <a:latin typeface="Open Sans"/>
                <a:ea typeface="Noto Sans SC"/>
                <a:cs typeface="Open Sans"/>
                <a:sym typeface="Open Sans"/>
              </a:rPr>
              <a:t>，那您必不会陌生，因为我们将使用 Photoshop 或 Gimp 中提供的许多相同工具来扩展数据集。</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例如，即便我更改了玻璃球照片的色调（颜色表征），我们仍然可以分辨出这个玻璃球。许多机器学习框架已包含照片修改工具。我们将介绍一些容易上手的小技巧。</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solidFill>
                  <a:srgbClr val="000000"/>
                </a:solidFill>
                <a:latin typeface="Open Sans"/>
                <a:ea typeface="Noto Sans SC"/>
                <a:cs typeface="Open Sans"/>
                <a:sym typeface="Open Sans"/>
              </a:rPr>
              <a:t>与往常一样，这些技巧并不适用于所有情况</a:t>
            </a:r>
            <a:r>
              <a:rPr lang="zh-CN">
                <a:latin typeface="Open Sans"/>
                <a:ea typeface="Noto Sans SC"/>
                <a:cs typeface="Open Sans"/>
                <a:sym typeface="Open Sans"/>
              </a:rPr>
              <a:t>。对于某些模型的训练目标，我们的增强数据有可能使模型感到迷惑。假设我们要构建一个用于识别花的模型，那么颜色很可能是关键信息，因此照我之前的操作更改颜色最终将毫无益处。</a:t>
            </a:r>
            <a:endParaRPr>
              <a:latin typeface="Open Sans"/>
              <a:ea typeface="Noto Sans SC"/>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我们首先从图像翻转讲起。本示例中，我们可以想像将照片打印在一张纸上，并将这张纸翻过来。</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友情警告：翻转图像数据集可能并不总是合适的。一个有趣的事实是：除了少数例外情况，美国手势语中多数单词的对应手势都可左右翻转，具体取决于您惯用左手还是右手。参阅 </a:t>
            </a:r>
            <a:r>
              <a:rPr lang="zh-CN" u="sng">
                <a:solidFill>
                  <a:schemeClr val="hlink"/>
                </a:solidFill>
                <a:latin typeface="Open Sans"/>
                <a:ea typeface="Noto Sans SC"/>
                <a:cs typeface="Open Sans"/>
                <a:sym typeface="Open Sans"/>
                <a:hlinkClick r:id="rId2"/>
              </a:rPr>
              <a:t>https://www.handspeak.com/learn/index.php?id=98</a:t>
            </a:r>
            <a:r>
              <a:rPr lang="zh-CN">
                <a:latin typeface="Open Sans"/>
                <a:ea typeface="Noto Sans SC"/>
                <a:cs typeface="Open Sans"/>
                <a:sym typeface="Open Sans"/>
              </a:rPr>
              <a:t> 后可以得出：水平翻转适合我们的数据集。另一方面，垂直翻转可能不起作用，因为人们在做手势时通常不会上下颠倒。</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我们还可考虑使用 MNIST 数据集。如果同时对 6 进行垂直和水平翻转，它们看起来将会像 9，这不一定会使我们的模型产生混淆。</a:t>
            </a:r>
            <a:endParaRPr>
              <a:latin typeface="Open Sans"/>
              <a:ea typeface="Noto Sans SC"/>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与翻转相关的还有旋转。仍然可以想像先前那张纸，但这次我们要旋转它。旋转操作是否适用于美国手势语？</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仅在合理范围内。大家可以看下我的手势，我们很难在恰当的位置做出完全相同的手势，但可能也会预料到将手势旋转到 90 度时会非常别扭。</a:t>
            </a:r>
            <a:endParaRPr>
              <a:latin typeface="Open Sans"/>
              <a:ea typeface="Noto Sans SC"/>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0: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10: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实际上，在使用其中许多工具时，我们很容易走极端。我们来看看缩放。以先前那张纸类比，可以想像缩放的效果就是将这张纸朝我们脸的方向拉近。</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对于此处的玻璃球，我们按照从左到右、从上到下的顺序逐渐将其放大。对于前两张或前三张图像，我们仍然可以分辨出其中的玻璃球；但对于第四张图，我们丢失的信息过多，已无法作出正确识别。</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我们通常仅放大图片，因为若是缩小图片，我们将需要在其边缘进行某种填充，以使像素数保持不变。</a:t>
            </a:r>
            <a:endParaRPr>
              <a:latin typeface="Open Sans"/>
              <a:ea typeface="Noto Sans SC"/>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1: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1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但在放大时，我们可以追踪视野外的像素，以便进行一定的偏移。这种操作也就是平移。只左右（水平）及上下（垂直）移动图像。</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在中间的图像中，我们已放大玻璃弹珠。周围每张图片都进行了相同缩放，但已向上、向右、向下或向左偏移。</a:t>
            </a:r>
            <a:endParaRPr>
              <a:latin typeface="Open Sans"/>
              <a:ea typeface="Noto Sans SC"/>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2: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12: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以上所有这些可从某个物理维度变换图像的方法的基础都来源于一个名为“单应性”的基本概念。我已提供一篇 OpenCV 文章的链接，其中详细说明了此概念背后的数学原理，不过此处对其进行了简化。想像有一台照相机和一张图像，而且我们还可根据照相机和图像的位置，将图像投影在三维空间中。我们可以利用矩阵乘法完成所有操作，非常简便！</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u="sng">
                <a:solidFill>
                  <a:schemeClr val="hlink"/>
                </a:solidFill>
                <a:latin typeface="Open Sans"/>
                <a:ea typeface="Noto Sans SC"/>
                <a:cs typeface="Open Sans"/>
                <a:sym typeface="Open Sans"/>
                <a:hlinkClick r:id="rId2"/>
              </a:rPr>
              <a:t>https://docs.opencv.org/master/d9/dab/tutorial_homography.html</a:t>
            </a:r>
            <a:endParaRPr>
              <a:latin typeface="Open Sans"/>
              <a:ea typeface="Noto Sans SC"/>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13: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除了以物理方式移动图像之外，还有一些其他操作。我们也可以调整像素值。此处提供了一些亮度示例。处理真实图像时，亮度是一个值得注意的重要因素，因为除非照片是专业拍摄，否则光线效果不可能保持一致。</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但也不要过于执着亮度调节器。如果亮度过低或过高，我们将无法看到图像！</a:t>
            </a:r>
            <a:endParaRPr>
              <a:latin typeface="Open Sans"/>
              <a:ea typeface="Noto Sans SC"/>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4: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14: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目前为止，我们一直在处理灰度图，但我们很快将开始处理彩色图像。彩色图像是 3D 物体，第三个维度现在表示红、绿、蓝 (RGB) 等不同的颜色通道。这些不同通道中的每个通道都有自己的独立值，例如若红色通道为 255，绿色和蓝色通道都为 0，像素颜色将为红色。若红色通道为 125，绿色通道为 0 且蓝色通道为 255，最终的像素颜色将为紫色。RGBA 中也有类似于 alpha 的非颜色通道，此类通道表示透明度。</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通道偏移是指提取其中每个通道中的像素，然后增加或减少随机数量。</a:t>
            </a:r>
            <a:endParaRPr>
              <a:latin typeface="Open Sans"/>
              <a:ea typeface="Noto Sans SC"/>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15: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最后，在继续学习下一节之前，我们来思考一个问题。我们从原始玻璃弹珠图像中获得了多少张图片？（根据我的计算，包括已裁剪的图片在内，共有 39 张图片）。这种方式对于获取更多数据非常有效。专家提示：对来自随机图像生成器的图像进行随机采样。如果人眼无法识别这些图像，计算机也可能很难将其识别出来。</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a:latin typeface="Open Sans"/>
              <a:ea typeface="Noto Sans SC"/>
              <a:cs typeface="Open Sans"/>
              <a:sym typeface="Open Sans"/>
            </a:endParaRPr>
          </a:p>
          <a:p>
            <a:pPr indent="0" lvl="0" marL="0" rtl="0" algn="l">
              <a:lnSpc>
                <a:spcPct val="100000"/>
              </a:lnSpc>
              <a:spcBef>
                <a:spcPts val="330"/>
              </a:spcBef>
              <a:spcAft>
                <a:spcPts val="0"/>
              </a:spcAft>
              <a:buSzPts val="1400"/>
              <a:buNone/>
            </a:pPr>
            <a:r>
              <a:rPr lang="zh-CN">
                <a:latin typeface="Open Sans"/>
                <a:ea typeface="Noto Sans SC"/>
                <a:cs typeface="Open Sans"/>
                <a:sym typeface="Open Sans"/>
              </a:rPr>
              <a:t>最后，在进行实验之前，我们再来思考一下模型部署。</a:t>
            </a:r>
            <a:endParaRPr>
              <a:latin typeface="Open Sans"/>
              <a:ea typeface="Noto Sans SC"/>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7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228600" lvl="0" marL="457200" marR="0" rtl="0" algn="l">
              <a:lnSpc>
                <a:spcPct val="100000"/>
              </a:lnSpc>
              <a:spcBef>
                <a:spcPts val="330"/>
              </a:spcBef>
              <a:spcAft>
                <a:spcPts val="0"/>
              </a:spcAft>
              <a:buSzPts val="1400"/>
              <a:buNone/>
            </a:pPr>
            <a:r>
              <a:rPr lang="zh-CN">
                <a:latin typeface="Open Sans"/>
                <a:ea typeface="Noto Sans SC"/>
                <a:cs typeface="Open Sans"/>
                <a:sym typeface="Open Sans"/>
              </a:rPr>
              <a:t>我们的模型需要特定的输入维度，但在部署模型以用于生产（现实世界）时，我们从用户处收集的数据的格式很可能不同于训练时所用的格式。</a:t>
            </a:r>
            <a:endParaRPr>
              <a:latin typeface="Open Sans"/>
              <a:ea typeface="Noto Sans SC"/>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7: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7: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另外，Keras 模型通常采用批量训练方式，这表示它一次可以学习多张图像。</a:t>
            </a:r>
            <a:endParaRPr>
              <a:latin typeface="Open Sans"/>
              <a:ea typeface="Noto Sans SC"/>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8: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8: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rPr lang="zh-CN">
                <a:latin typeface="Open Sans"/>
                <a:ea typeface="Noto Sans SC"/>
                <a:cs typeface="Open Sans"/>
                <a:sym typeface="Open Sans"/>
              </a:rPr>
              <a:t>在对单张图像执行数据预测时，即使该图像与模型预期的形状不同，也不必担心。我们可以调整图像大小以得到正确的宽度和高度。若为彩色图像，且模型已在灰度图上完成训练，我们则可通过一些工具来转换图像。另一种方法是取红色、绿色和蓝色通道的平均值。最后，要将单张图像转变为一个批量，我们可以沿第一个维度添加一个新轴。通俗来讲，就是在图像外部添加一对新括号。</a:t>
            </a:r>
            <a:endParaRPr>
              <a:latin typeface="Open Sans"/>
              <a:ea typeface="Noto Sans SC"/>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9:notes"/>
          <p:cNvSpPr/>
          <p:nvPr>
            <p:ph idx="2" type="sldImg"/>
          </p:nvPr>
        </p:nvSpPr>
        <p:spPr>
          <a:xfrm>
            <a:off x="406400" y="696913"/>
            <a:ext cx="61976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9: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rmAutofit/>
          </a:bodyPr>
          <a:lstStyle/>
          <a:p>
            <a:pPr indent="0" lvl="0" marL="0" rtl="0" algn="l">
              <a:lnSpc>
                <a:spcPct val="100000"/>
              </a:lnSpc>
              <a:spcBef>
                <a:spcPts val="0"/>
              </a:spcBef>
              <a:spcAft>
                <a:spcPts val="0"/>
              </a:spcAft>
              <a:buSzPts val="1400"/>
              <a:buNone/>
            </a:pPr>
            <a:r>
              <a:t/>
            </a:r>
            <a:endParaRPr>
              <a:latin typeface="Open Sans"/>
              <a:ea typeface="Noto Sans SC"/>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63b79751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3f63b797513_0_0:notes"/>
          <p:cNvSpPr txBox="1"/>
          <p:nvPr>
            <p:ph idx="1" type="body"/>
          </p:nvPr>
        </p:nvSpPr>
        <p:spPr>
          <a:xfrm>
            <a:off x="701040" y="4415790"/>
            <a:ext cx="5608200" cy="4183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330"/>
              </a:spcBef>
              <a:spcAft>
                <a:spcPts val="0"/>
              </a:spcAft>
              <a:buSzPts val="1400"/>
              <a:buNone/>
            </a:pPr>
            <a:r>
              <a:t/>
            </a:r>
            <a:endParaRPr b="0" i="0" u="none" strike="noStrike">
              <a:solidFill>
                <a:schemeClr val="dk1"/>
              </a:solidFill>
              <a:latin typeface="Open Sans"/>
              <a:ea typeface="Noto Sans SC"/>
              <a:cs typeface="Open Sans"/>
              <a:sym typeface="Open Sans"/>
            </a:endParaRPr>
          </a:p>
          <a:p>
            <a:pPr indent="0" lvl="0" marL="0" rtl="0" algn="l">
              <a:lnSpc>
                <a:spcPct val="100000"/>
              </a:lnSpc>
              <a:spcBef>
                <a:spcPts val="330"/>
              </a:spcBef>
              <a:spcAft>
                <a:spcPts val="0"/>
              </a:spcAft>
              <a:buSzPts val="1400"/>
              <a:buNone/>
            </a:pPr>
            <a:r>
              <a:t/>
            </a:r>
            <a:endParaRPr sz="1100" u="none" strike="noStrike">
              <a:solidFill>
                <a:schemeClr val="dk1"/>
              </a:solidFill>
              <a:latin typeface="Open Sans"/>
              <a:ea typeface="Noto Sans SC"/>
              <a:cs typeface="Open Sans"/>
              <a:sym typeface="Open San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6" name="Shape 6"/>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Content">
  <p:cSld name="Title, Subtitle, and Content">
    <p:spTree>
      <p:nvGrpSpPr>
        <p:cNvPr id="9" name="Shape 9"/>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spTree>
      <p:nvGrpSpPr>
        <p:cNvPr id="11" name="Shape 11"/>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 name="Shape 8"/>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2"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 name="Shape 1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4" r:id="rId1"/>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1pPr>
      <a:lvl2pPr lvl="1"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2pPr>
      <a:lvl3pPr lvl="2"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3pPr>
      <a:lvl4pPr lvl="3"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4pPr>
      <a:lvl5pPr lvl="4"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5pPr>
      <a:lvl6pPr lvl="5"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6pPr>
      <a:lvl7pPr lvl="6"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7pPr>
      <a:lvl8pPr lvl="7"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8pPr>
      <a:lvl9pPr lvl="8" marR="0" rtl="0" algn="l">
        <a:lnSpc>
          <a:spcPct val="100000"/>
        </a:lnSpc>
        <a:spcBef>
          <a:spcPts val="0"/>
        </a:spcBef>
        <a:spcAft>
          <a:spcPts val="0"/>
        </a:spcAft>
        <a:buClr>
          <a:srgbClr val="000000"/>
        </a:buClr>
        <a:buFont typeface="Open Sans"/>
        <a:defRPr b="0" i="0" spc="0" sz="1400" u="none" cap="none" strike="noStrike">
          <a:solidFill>
            <a:srgbClr val="000000"/>
          </a:solidFill>
          <a:latin typeface="Open Sans"/>
          <a:ea typeface="Noto Sans SC"/>
          <a:cs typeface="Open Sans"/>
          <a:sym typeface="Open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support.microsoft.com/en-us/office/foundations-experiences/what-am-i-allowed-to-use-premium-creative-content-for"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jpg"/><Relationship Id="rId5" Type="http://schemas.openxmlformats.org/officeDocument/2006/relationships/image" Target="../media/image8.jpg"/><Relationship Id="rId6" Type="http://schemas.openxmlformats.org/officeDocument/2006/relationships/image" Target="../media/image10.jpg"/><Relationship Id="rId7" Type="http://schemas.openxmlformats.org/officeDocument/2006/relationships/image" Target="../media/image14.jpg"/><Relationship Id="rId8" Type="http://schemas.openxmlformats.org/officeDocument/2006/relationships/image" Target="../media/image16.jpg"/><Relationship Id="rId9" Type="http://schemas.openxmlformats.org/officeDocument/2006/relationships/image" Target="../media/image17.jpg"/><Relationship Id="rId10" Type="http://schemas.openxmlformats.org/officeDocument/2006/relationships/image" Target="../media/image1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8.png"/><Relationship Id="rId5" Type="http://schemas.openxmlformats.org/officeDocument/2006/relationships/image" Target="../media/image21.jpg"/><Relationship Id="rId6" Type="http://schemas.openxmlformats.org/officeDocument/2006/relationships/image" Target="../media/image12.png"/><Relationship Id="rId7"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jpg"/><Relationship Id="rId4" Type="http://schemas.openxmlformats.org/officeDocument/2006/relationships/image" Target="../media/image28.png"/><Relationship Id="rId5" Type="http://schemas.openxmlformats.org/officeDocument/2006/relationships/image" Target="../media/image20.png"/><Relationship Id="rId6" Type="http://schemas.openxmlformats.org/officeDocument/2006/relationships/image" Target="../media/image30.png"/><Relationship Id="rId7" Type="http://schemas.openxmlformats.org/officeDocument/2006/relationships/image" Target="../media/image23.png"/><Relationship Id="rId8" Type="http://schemas.openxmlformats.org/officeDocument/2006/relationships/image" Target="../media/image29.png"/><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22.png"/><Relationship Id="rId4" Type="http://schemas.openxmlformats.org/officeDocument/2006/relationships/image" Target="../media/image25.png"/><Relationship Id="rId5" Type="http://schemas.openxmlformats.org/officeDocument/2006/relationships/image" Target="../media/image27.png"/><Relationship Id="rId6"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nvidia.cn/training" TargetMode="External"/><Relationship Id="rId4" Type="http://schemas.openxmlformats.org/officeDocument/2006/relationships/hyperlink" Target="https://www.nvidia.cn/training/certification" TargetMode="External"/><Relationship Id="rId5" Type="http://schemas.openxmlformats.org/officeDocument/2006/relationships/hyperlink" Target="https://www.nvidia.cn/training/find-training/" TargetMode="External"/><Relationship Id="rId6" Type="http://schemas.openxmlformats.org/officeDocument/2006/relationships/hyperlink" Target="https://www.nvidia.cn/training/online" TargetMode="External"/><Relationship Id="rId7" Type="http://schemas.openxmlformats.org/officeDocument/2006/relationships/hyperlink" Target="http://www.bagevent.com/event/8359360" TargetMode="External"/><Relationship Id="rId8" Type="http://schemas.openxmlformats.org/officeDocument/2006/relationships/hyperlink" Target="mailto:dlichina@nvidia.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Course Title"/>
          <p:cNvSpPr txBox="1"/>
          <p:nvPr/>
        </p:nvSpPr>
        <p:spPr>
          <a:xfrm>
            <a:off x="685800" y="2267712"/>
            <a:ext cx="9601200" cy="1005840"/>
          </a:xfrm>
          <a:prstGeom prst="rect">
            <a:avLst/>
          </a:prstGeom>
          <a:noFill/>
          <a:ln>
            <a:noFill/>
          </a:ln>
        </p:spPr>
        <p:txBody>
          <a:bodyPr wrap="none" lIns="0" rIns="0" tIns="0" bIns="0" anchor="ctr" anchorCtr="1"/>
          <a:lstStyle/>
          <a:p>
            <a:pPr algn="ctr">
              <a:buNone/>
            </a:pPr>
            <a:r>
              <a:rPr sz="3200" lang="en-US" b="1">
                <a:solidFill>
                  <a:srgbClr val="000000"/>
                </a:solidFill>
                <a:latin typeface="Noto Sans SC"/>
                <a:ea typeface="Noto Sans SC"/>
                <a:cs typeface="Open Sans"/>
                <a:sym typeface="Open Sans"/>
              </a:rPr>
              <a:t>深度学习新手入门</a:t>
            </a:r>
            <a:endParaRPr sz="3200" b="1">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3"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
        <p:nvSpPr>
          <p:cNvPr id="4" name="Course Part Subtitle"/>
          <p:cNvSpPr txBox="1"/>
          <p:nvPr/>
        </p:nvSpPr>
        <p:spPr>
          <a:xfrm>
            <a:off x="685800" y="3310128"/>
            <a:ext cx="9601200" cy="502920"/>
          </a:xfrm>
          <a:prstGeom prst="rect">
            <a:avLst/>
          </a:prstGeom>
          <a:noFill/>
        </p:spPr>
        <p:txBody>
          <a:bodyPr wrap="none" lIns="0" rIns="0" tIns="0" bIns="0" anchor="ctr">
            <a:spAutoFit/>
          </a:bodyPr>
          <a:lstStyle/>
          <a:p>
            <a:pPr algn="ctr">
              <a:spcBef>
                <a:spcPts val="0"/>
              </a:spcBef>
              <a:spcAft>
                <a:spcPts val="0"/>
              </a:spcAft>
            </a:pPr>
            <a:r>
              <a:rPr sz="1800" b="0" i="0">
                <a:solidFill>
                  <a:srgbClr val="000000"/>
                </a:solidFill>
                <a:latin typeface="Noto Sans SC"/>
                <a:ea typeface="Noto Sans SC"/>
                <a:cs typeface="Open Sans"/>
                <a:sym typeface="Open Sans"/>
              </a:rPr>
              <a:t>第</a:t>
            </a:r>
            <a:r>
              <a:rPr sz="1800" b="0" i="0">
                <a:solidFill>
                  <a:srgbClr val="000000"/>
                </a:solidFill>
                <a:latin typeface="Open Sans"/>
                <a:ea typeface="Noto Sans SC"/>
                <a:cs typeface="Open Sans"/>
                <a:sym typeface="Open Sans"/>
              </a:rPr>
              <a:t> 4 </a:t>
            </a:r>
            <a:r>
              <a:rPr sz="1800" b="0" i="0">
                <a:solidFill>
                  <a:srgbClr val="000000"/>
                </a:solidFill>
                <a:latin typeface="Noto Sans SC"/>
                <a:ea typeface="Noto Sans SC"/>
                <a:cs typeface="Open Sans"/>
                <a:sym typeface="Open Sans"/>
              </a:rPr>
              <a:t>部分</a:t>
            </a:r>
            <a:r>
              <a:rPr sz="1800" b="0" i="0">
                <a:solidFill>
                  <a:srgbClr val="000000"/>
                </a:solidFill>
                <a:latin typeface="Open Sans"/>
                <a:ea typeface="Noto Sans SC"/>
                <a:cs typeface="Open Sans"/>
                <a:sym typeface="Open Sans"/>
              </a:rPr>
              <a:t>：</a:t>
            </a:r>
            <a:r>
              <a:rPr sz="1800" b="0" i="0">
                <a:solidFill>
                  <a:srgbClr val="000000"/>
                </a:solidFill>
                <a:latin typeface="Noto Sans SC"/>
                <a:ea typeface="Noto Sans SC"/>
                <a:cs typeface="Open Sans"/>
                <a:sym typeface="Open Sans"/>
              </a:rPr>
              <a:t>数据增强与模型部署</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xmlns:p="http://schemas.openxmlformats.org/presentationml/2006/main" xmlns:a="http://schemas.openxmlformats.org/drawingml/2006/main">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C4C99-3AA4-6FAE-E4D2-E87C07DA3E13}"/>
              </a:ext>
            </a:extLst>
          </p:cNvPr>
          <p:cNvSpPr txBox="1">
            <a:spLocks noGrp="1"/>
          </p:cNvSpPr>
          <p:nvPr/>
        </p:nvSpPr>
        <p:spPr>
          <a:xfrm>
            <a:off x="779069" y="2048878"/>
            <a:ext cx="3642970" cy="1009708"/>
          </a:xfrm>
        </p:spPr>
        <p:txBody>
          <a:bodyPr vert="horz" lIns="27432" tIns="13716" rIns="27432" bIns="13716" rtlCol="0" anchor="b">
            <a:normAutofit/>
          </a:bodyPr>
          <a:lstStyle>
            <a:lvl1pPr algn="l" defTabSz="2743200" rtl="0" eaLnBrk="1" latinLnBrk="0" hangingPunct="1">
              <a:lnSpc>
                <a:spcPct val="90000"/>
              </a:lnSpc>
              <a:spcBef>
                <a:spcPts val="180"/>
              </a:spcBef>
              <a:buNone/>
              <a:defRPr sz="2160" b="1" kern="1200" cap="none" baseline="0">
                <a:solidFill>
                  <a:srgbClr val="000000"/>
                </a:solidFill>
                <a:ea typeface="Noto Sans SC"/>
                <a:latin typeface="Open Sans" panose="020B0503020203020204" pitchFamily="34" charset="0"/>
                <a:cs typeface="Open Sans" panose="020B0503020203020204" pitchFamily="34" charset="0"/>
              </a:defRPr>
              <a:spcAft>
                <a:spcPts val="180"/>
              </a:spcAft>
            </a:lvl1pPr>
          </a:lstStyle>
          <a:p>
            <a:pPr algn="l"/>
            <a:r>
              <a:rPr lang="en-US" sz="2160" b="1">
                <a:latin typeface="Open Sans"/>
              </a:rPr>
              <a:t>Third Party Content Notice</a:t>
            </a:r>
            <a:endParaRPr lang="en-US" dirty="0" sz="2160" b="1"/>
          </a:p>
        </p:txBody>
      </p:sp>
      <p:sp>
        <p:nvSpPr>
          <p:cNvPr id="3" name="Text Placeholder 2">
            <a:extLst>
              <a:ext uri="{FF2B5EF4-FFF2-40B4-BE49-F238E27FC236}">
                <a16:creationId xmlns:a16="http://schemas.microsoft.com/office/drawing/2014/main" id="{BB335D20-198A-2E02-0876-6E631CAA33EA}"/>
              </a:ext>
            </a:extLst>
          </p:cNvPr>
          <p:cNvSpPr txBox="1">
            <a:spLocks noGrp="1"/>
          </p:cNvSpPr>
          <p:nvPr/>
        </p:nvSpPr>
        <p:spPr>
          <a:xfrm>
            <a:off x="779069" y="3084936"/>
            <a:ext cx="3642970" cy="422453"/>
          </a:xfrm>
        </p:spPr>
        <p:txBody>
          <a:bodyPr/>
          <a:lstStyle>
            <a:lvl1pPr marL="0" indent="0" algn="l" defTabSz="2743200" rtl="0" eaLnBrk="1" latinLnBrk="0" hangingPunct="1">
              <a:lnSpc>
                <a:spcPct val="90000"/>
              </a:lnSpc>
              <a:spcBef>
                <a:spcPts val="180"/>
              </a:spcBef>
              <a:defRPr sz="1440" kern="1200">
                <a:ea typeface="Noto Sans SC"/>
                <a:solidFill>
                  <a:srgbClr val="76B900"/>
                </a:solidFill>
                <a:latin typeface="Open Sans" panose="020B0503020203020204" pitchFamily="34" charset="0"/>
                <a:cs typeface="Open Sans" panose="020B0503020203020204" pitchFamily="34" charset="0"/>
              </a:defRPr>
              <a:spcAft>
                <a:spcPts val="180"/>
              </a:spcAft>
              <a:buFontTx/>
              <a:buNone/>
            </a:lvl1pPr>
            <a:lvl2pPr marL="13716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2pPr>
            <a:lvl3pPr marL="27432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3pPr>
            <a:lvl4pPr marL="41148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4pPr>
            <a:lvl5pPr marL="5486400" indent="0" algn="ctr" defTabSz="2743200" rtl="0" eaLnBrk="1" latinLnBrk="0" hangingPunct="1">
              <a:lnSpc>
                <a:spcPct val="90000"/>
              </a:lnSpc>
              <a:spcBef>
                <a:spcPts val="450"/>
              </a:spcBef>
              <a:defRPr sz="1320" kern="1200">
                <a:solidFill>
                  <a:srgbClr val="FFFFFF"/>
                </a:solidFill>
                <a:ea typeface="Noto Sans SC"/>
                <a:cs typeface="Open Sans"/>
                <a:latin typeface="Open Sans" panose="020B0503020203020204" pitchFamily="34" charset="0"/>
              </a:defRPr>
              <a:buFontTx/>
              <a:buNone/>
            </a:lvl5pPr>
            <a:lvl6pPr marL="75438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6pPr>
            <a:lvl7pPr marL="89154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7pPr>
            <a:lvl8pPr marL="102870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8pPr>
            <a:lvl9pPr marL="11658600" indent="-685800" algn="l" defTabSz="2743200" rtl="0" eaLnBrk="1" latinLnBrk="0" hangingPunct="1">
              <a:lnSpc>
                <a:spcPct val="90000"/>
              </a:lnSpc>
              <a:spcBef>
                <a:spcPts val="450"/>
              </a:spcBef>
              <a:buFont typeface="Open Sans" panose="020B0503020203020204" pitchFamily="34" charset="0"/>
              <a:buChar char="•"/>
              <a:defRPr sz="1620" kern="1200">
                <a:solidFill>
                  <a:srgbClr val="FFFFFF"/>
                </a:solidFill>
                <a:latin typeface="Open Sans"/>
                <a:ea typeface="Noto Sans SC"/>
                <a:cs typeface="Open Sans"/>
              </a:defRPr>
            </a:lvl9pPr>
          </a:lstStyle>
          <a:p>
            <a:pPr algn="l"/>
            <a:r>
              <a:rPr lang="en-US" sz="1440">
                <a:latin typeface="Open Sans"/>
              </a:rPr>
              <a:t>Microsoft 365 Premium Creative Content</a:t>
            </a:r>
            <a:endParaRPr lang="en-US" dirty="0" sz="1440"/>
          </a:p>
        </p:txBody>
      </p:sp>
      <p:sp>
        <p:nvSpPr>
          <p:cNvPr id="6" name="Rectangle 5">
            <a:extLst>
              <a:ext uri="{FF2B5EF4-FFF2-40B4-BE49-F238E27FC236}">
                <a16:creationId xmlns:a16="http://schemas.microsoft.com/office/drawing/2014/main" id="{230DE533-874C-3F67-0B1B-EB1B6A11F10E}"/>
              </a:ext>
            </a:extLst>
          </p:cNvPr>
          <p:cNvSpPr/>
          <p:nvPr/>
        </p:nvSpPr>
        <p:spPr>
          <a:xfrm>
            <a:off x="4768948" y="0"/>
            <a:ext cx="6203852" cy="6172200"/>
          </a:xfrm>
          <a:prstGeom prst="rect">
            <a:avLst/>
          </a:prstGeom>
          <a:solidFill>
            <a:srgbClr val="FFFFFF">
              <a:lumMod val="95000"/>
            </a:srgbClr>
          </a:solidFill>
          <a:ln>
            <a:noFill/>
          </a:ln>
        </p:spPr>
        <p:style>
          <a:lnRef idx="2">
            <a:srgbClr val="008564">
              <a:shade val="50000"/>
            </a:srgbClr>
          </a:lnRef>
          <a:fillRef idx="1">
            <a:srgbClr val="008564"/>
          </a:fillRef>
          <a:effectRef idx="0">
            <a:srgbClr val="008564"/>
          </a:effectRef>
          <a:fontRef idx="minor">
            <a:srgbClr val="000000"/>
          </a:fontRef>
        </p:style>
        <p:txBody>
          <a:bodyPr rtlCol="0" anchor="ctr"/>
          <a:lstStyle/>
          <a:p>
            <a:pPr algn="ctr">
              <a:lnSpc>
                <a:spcPct val="90000"/>
              </a:lnSpc>
            </a:pPr>
            <a:endParaRPr lang="en-US" sz="1200" dirty="0" err="1">
              <a:solidFill>
                <a:srgbClr val="FFFFFF"/>
              </a:solidFill>
              <a:latin typeface="Open Sans" panose="020B0603020202020204" pitchFamily="34" charset="0"/>
            </a:endParaRPr>
          </a:p>
        </p:txBody>
      </p:sp>
      <p:sp>
        <p:nvSpPr>
          <p:cNvPr id="8" name="Rectangle 7">
            <a:extLst>
              <a:ext uri="{FF2B5EF4-FFF2-40B4-BE49-F238E27FC236}">
                <a16:creationId xmlns:a16="http://schemas.microsoft.com/office/drawing/2014/main" id="{482C3FCD-B910-77C2-26B4-37A0EE6E44D5}"/>
              </a:ext>
            </a:extLst>
          </p:cNvPr>
          <p:cNvSpPr/>
          <p:nvPr/>
        </p:nvSpPr>
        <p:spPr>
          <a:xfrm>
            <a:off x="5401994" y="958956"/>
            <a:ext cx="5011616" cy="4251960"/>
          </a:xfrm>
          <a:prstGeom prst="rect">
            <a:avLst/>
          </a:prstGeom>
          <a:noFill/>
          <a:ln>
            <a:noFill/>
          </a:ln>
        </p:spPr>
        <p:style>
          <a:lnRef idx="2">
            <a:srgbClr val="008564">
              <a:shade val="50000"/>
            </a:srgbClr>
          </a:lnRef>
          <a:fillRef idx="1">
            <a:srgbClr val="008564"/>
          </a:fillRef>
          <a:effectRef idx="0">
            <a:srgbClr val="008564"/>
          </a:effectRef>
          <a:fontRef idx="minor">
            <a:srgbClr val="000000"/>
          </a:fontRef>
        </p:style>
        <p:txBody>
          <a:bodyPr rtlCol="0" anchor="ctr"/>
          <a:lstStyle/>
          <a:p>
            <a:r>
              <a:rPr lang="en-US" sz="1200" dirty="0">
                <a:solidFill>
                  <a:srgbClr val="000000"/>
                </a:solidFill>
                <a:latin typeface="Open Sans"/>
              </a:rPr>
              <a:t>This slide deck includes Microsoft 365 stock images, icons, or other premium creative content.</a:t>
            </a:r>
          </a:p>
          <a:p>
            <a:endParaRPr lang="en-US" sz="1200" dirty="0">
              <a:solidFill>
                <a:srgbClr val="000000"/>
              </a:solidFill>
            </a:endParaRPr>
          </a:p>
          <a:p>
            <a:r>
              <a:rPr lang="en-US" sz="1200" dirty="0">
                <a:solidFill>
                  <a:srgbClr val="000000"/>
                </a:solidFill>
                <a:latin typeface="Open Sans"/>
              </a:rPr>
              <a:t>These Microsoft assets are not licensed under this project’s open-source license. They are included only under Microsoft’s applicable Microsoft 365 premium creative content terms:</a:t>
            </a:r>
          </a:p>
          <a:p>
            <a:br>
              <a:rPr lang="en-US" sz="1200" dirty="0">
                <a:solidFill>
                  <a:srgbClr val="000000"/>
                </a:solidFill>
              </a:rPr>
            </a:br>
            <a:endParaRPr lang="en-US" sz="1200" dirty="0">
              <a:solidFill>
                <a:srgbClr val="000000"/>
              </a:solidFill>
            </a:endParaRPr>
          </a:p>
          <a:p>
            <a:r>
              <a:rPr lang="en-US" sz="1200" dirty="0" u="sng">
                <a:solidFill>
                  <a:srgbClr val="76B900"/>
                </a:solidFill>
                <a:latin typeface="Open Sans"/>
                <a:hlinkClick r:id="rId2"/>
              </a:rPr>
              <a:t>https://support.microsoft.com/en-us/office/foundations-experiences/what-am-i-allowed-to-use-premium-creative-content-for</a:t>
            </a:r>
            <a:endParaRPr lang="en-US" sz="1200" dirty="0">
              <a:solidFill>
                <a:srgbClr val="000000"/>
              </a:solidFill>
            </a:endParaRPr>
          </a:p>
          <a:p>
            <a:br>
              <a:rPr lang="en-US" sz="1200" dirty="0">
                <a:solidFill>
                  <a:srgbClr val="000000"/>
                </a:solidFill>
              </a:rPr>
            </a:br>
            <a:endParaRPr lang="en-US" sz="1200" dirty="0">
              <a:solidFill>
                <a:srgbClr val="000000"/>
              </a:solidFill>
            </a:endParaRPr>
          </a:p>
          <a:p>
            <a:r>
              <a:rPr lang="en-US" sz="1200" dirty="0">
                <a:solidFill>
                  <a:srgbClr val="000000"/>
                </a:solidFill>
                <a:latin typeface="Open Sans"/>
              </a:rPr>
              <a:t>Recipients may not extract, reuse, sublicense, or redistribute those Microsoft assets separately under the project’s open-source license. Any use of those assets outside the included Microsoft 365 document, exported PDF, presentation, or similar file must be separately permitted by Microsoft.</a:t>
            </a:r>
          </a:p>
          <a:p>
            <a:pPr algn="ctr">
              <a:lnSpc>
                <a:spcPct val="90000"/>
              </a:lnSpc>
            </a:pPr>
            <a:endParaRPr lang="en-US" sz="1200" dirty="0" err="1">
              <a:solidFill>
                <a:srgbClr val="FFFFFF"/>
              </a:solidFill>
              <a:latin typeface="Open Sans" panose="020B0603020202020204" pitchFamily="34" charset="0"/>
            </a:endParaRPr>
          </a:p>
        </p:txBody>
      </p:sp>
      <p:sp xmlns:p="http://schemas.openxmlformats.org/presentationml/2006/main" xmlns:a="http://schemas.openxmlformats.org/drawingml/2006/main">
        <p:nvSpPr>
          <p:cNvPr id="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extLst>
      <p:ext uri="{BB962C8B-B14F-4D97-AF65-F5344CB8AC3E}">
        <p14:creationId xmlns:p14="http://schemas.microsoft.com/office/powerpoint/2010/main" val="13121695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1" name="Shape 21"/>
        <p:cNvGrpSpPr/>
        <p:nvPr/>
      </p:nvGrpSpPr>
      <p:grpSpPr>
        <a:xfrm>
          <a:off x="0" y="0"/>
          <a:ext cx="0" cy="0"/>
          <a:chOff x="0" y="0"/>
          <a:chExt cx="0" cy="0"/>
        </a:xfrm>
      </p:grpSpPr>
      <p:sp>
        <p:nvSpPr>
          <p:cNvPr id="22" name="Google Shape;22;p2"/>
          <p:cNvSpPr txBox="1"/>
          <p:nvPr/>
        </p:nvSpPr>
        <p:spPr>
          <a:xfrm>
            <a:off x="1306421" y="2072742"/>
            <a:ext cx="2944883" cy="2406778"/>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Open Sans"/>
              <a:buNone/>
            </a:pPr>
            <a:r>
              <a:rPr b="0" i="0" lang="zh-CN" sz="3200" u="none" cap="none" strike="noStrike">
                <a:solidFill>
                  <a:schemeClr val="dk1"/>
                </a:solidFill>
                <a:latin typeface="Noto Sans SC"/>
                <a:ea typeface="Noto Sans SC"/>
                <a:cs typeface="Open Sans"/>
                <a:sym typeface="Open Sans"/>
              </a:rPr>
              <a:t>课程议题</a:t>
            </a:r>
            <a:endParaRPr b="0" i="0" sz="3200" u="none" cap="none" strike="noStrike">
              <a:solidFill>
                <a:schemeClr val="dk1"/>
              </a:solidFill>
              <a:latin typeface="Open Sans"/>
              <a:ea typeface="Noto Sans SC"/>
              <a:cs typeface="Open Sans"/>
              <a:sym typeface="Open Sans"/>
            </a:endParaRPr>
          </a:p>
        </p:txBody>
      </p:sp>
      <p:grpSp>
        <p:nvGrpSpPr>
          <p:cNvPr id="23" name="Google Shape;23;p2"/>
          <p:cNvGrpSpPr/>
          <p:nvPr/>
        </p:nvGrpSpPr>
        <p:grpSpPr>
          <a:xfrm>
            <a:off x="4627721" y="808936"/>
            <a:ext cx="5322094" cy="4001400"/>
            <a:chOff x="0" y="85989"/>
            <a:chExt cx="5322094" cy="4001400"/>
          </a:xfrm>
        </p:grpSpPr>
        <p:sp>
          <p:nvSpPr>
            <p:cNvPr id="24" name="Google Shape;24;p2"/>
            <p:cNvSpPr/>
            <p:nvPr/>
          </p:nvSpPr>
          <p:spPr>
            <a:xfrm>
              <a:off x="0" y="3073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25" name="Google Shape;25;p2"/>
            <p:cNvSpPr/>
            <p:nvPr/>
          </p:nvSpPr>
          <p:spPr>
            <a:xfrm>
              <a:off x="266104" y="859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26" name="Google Shape;26;p2"/>
            <p:cNvSpPr txBox="1"/>
            <p:nvPr/>
          </p:nvSpPr>
          <p:spPr>
            <a:xfrm>
              <a:off x="287720" y="1076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zh-CN" sz="1500" u="none" cap="none" strike="noStrike">
                  <a:solidFill>
                    <a:schemeClr val="lt1"/>
                  </a:solidFill>
                  <a:latin typeface="Noto Sans SC"/>
                  <a:ea typeface="Noto Sans SC"/>
                  <a:cs typeface="Open Sans"/>
                  <a:sym typeface="Open Sans"/>
                </a:rPr>
                <a:t>第</a:t>
              </a:r>
              <a:r>
                <a:rPr b="0" i="0" lang="zh-CN" sz="1500" u="none" cap="none" strike="noStrike">
                  <a:solidFill>
                    <a:schemeClr val="lt1"/>
                  </a:solidFill>
                  <a:latin typeface="Open Sans"/>
                  <a:ea typeface="Noto Sans SC"/>
                  <a:cs typeface="Open Sans"/>
                  <a:sym typeface="Open Sans"/>
                </a:rPr>
                <a:t> 1 </a:t>
              </a:r>
              <a:r>
                <a:rPr b="0" i="0" lang="zh-CN" sz="1500" u="none" cap="none" strike="noStrike">
                  <a:solidFill>
                    <a:schemeClr val="lt1"/>
                  </a:solidFill>
                  <a:latin typeface="Noto Sans SC"/>
                  <a:ea typeface="Noto Sans SC"/>
                  <a:cs typeface="Open Sans"/>
                  <a:sym typeface="Open Sans"/>
                </a:rPr>
                <a:t>部分</a:t>
              </a:r>
              <a:r>
                <a:rPr b="0" i="0" lang="zh-CN" sz="1500" u="none" cap="none" strike="noStrike">
                  <a:solidFill>
                    <a:schemeClr val="lt1"/>
                  </a:solidFill>
                  <a:latin typeface="Open Sans"/>
                  <a:ea typeface="Noto Sans SC"/>
                  <a:cs typeface="Open Sans"/>
                  <a:sym typeface="Open Sans"/>
                </a:rPr>
                <a:t>：</a:t>
              </a:r>
              <a:r>
                <a:rPr b="0" i="0" lang="zh-CN" sz="1500" u="none" cap="none" strike="noStrike">
                  <a:solidFill>
                    <a:schemeClr val="lt1"/>
                  </a:solidFill>
                  <a:latin typeface="Noto Sans SC"/>
                  <a:ea typeface="Noto Sans SC"/>
                  <a:cs typeface="Open Sans"/>
                  <a:sym typeface="Open Sans"/>
                </a:rPr>
                <a:t>深度学习简介</a:t>
              </a:r>
              <a:endParaRPr b="0" i="0" sz="1500" u="none" cap="none" strike="noStrike">
                <a:solidFill>
                  <a:schemeClr val="lt1"/>
                </a:solidFill>
                <a:latin typeface="Open Sans"/>
                <a:ea typeface="Noto Sans SC"/>
                <a:cs typeface="Open Sans"/>
                <a:sym typeface="Open Sans"/>
              </a:endParaRPr>
            </a:p>
          </p:txBody>
        </p:sp>
        <p:sp>
          <p:nvSpPr>
            <p:cNvPr id="27" name="Google Shape;27;p2"/>
            <p:cNvSpPr/>
            <p:nvPr/>
          </p:nvSpPr>
          <p:spPr>
            <a:xfrm>
              <a:off x="0" y="9877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28" name="Google Shape;28;p2"/>
            <p:cNvSpPr/>
            <p:nvPr/>
          </p:nvSpPr>
          <p:spPr>
            <a:xfrm>
              <a:off x="266104" y="7663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29" name="Google Shape;29;p2"/>
            <p:cNvSpPr txBox="1"/>
            <p:nvPr/>
          </p:nvSpPr>
          <p:spPr>
            <a:xfrm>
              <a:off x="287720" y="7880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zh-CN" sz="1500" u="none" cap="none" strike="noStrike">
                  <a:solidFill>
                    <a:schemeClr val="lt1"/>
                  </a:solidFill>
                  <a:latin typeface="Noto Sans SC"/>
                  <a:ea typeface="Noto Sans SC"/>
                  <a:cs typeface="Open Sans"/>
                  <a:sym typeface="Open Sans"/>
                </a:rPr>
                <a:t>第</a:t>
              </a:r>
              <a:r>
                <a:rPr b="0" i="0" lang="zh-CN" sz="1500" u="none" cap="none" strike="noStrike">
                  <a:solidFill>
                    <a:schemeClr val="lt1"/>
                  </a:solidFill>
                  <a:latin typeface="Open Sans"/>
                  <a:ea typeface="Noto Sans SC"/>
                  <a:cs typeface="Open Sans"/>
                  <a:sym typeface="Open Sans"/>
                </a:rPr>
                <a:t> 2 </a:t>
              </a:r>
              <a:r>
                <a:rPr b="0" i="0" lang="zh-CN" sz="1500" u="none" cap="none" strike="noStrike">
                  <a:solidFill>
                    <a:schemeClr val="lt1"/>
                  </a:solidFill>
                  <a:latin typeface="Noto Sans SC"/>
                  <a:ea typeface="Noto Sans SC"/>
                  <a:cs typeface="Open Sans"/>
                  <a:sym typeface="Open Sans"/>
                </a:rPr>
                <a:t>部分</a:t>
              </a:r>
              <a:r>
                <a:rPr b="0" i="0" lang="zh-CN" sz="1500" u="none" cap="none" strike="noStrike">
                  <a:solidFill>
                    <a:schemeClr val="lt1"/>
                  </a:solidFill>
                  <a:latin typeface="Open Sans"/>
                  <a:ea typeface="Noto Sans SC"/>
                  <a:cs typeface="Open Sans"/>
                  <a:sym typeface="Open Sans"/>
                </a:rPr>
                <a:t>：</a:t>
              </a:r>
              <a:r>
                <a:rPr b="0" i="0" lang="zh-CN" sz="1500" u="none" cap="none" strike="noStrike">
                  <a:solidFill>
                    <a:schemeClr val="lt1"/>
                  </a:solidFill>
                  <a:latin typeface="Noto Sans SC"/>
                  <a:ea typeface="Noto Sans SC"/>
                  <a:cs typeface="Open Sans"/>
                  <a:sym typeface="Open Sans"/>
                </a:rPr>
                <a:t>神经网络是如何训练的</a:t>
              </a:r>
              <a:endParaRPr b="0" i="0" sz="1500" u="none" cap="none" strike="noStrike">
                <a:solidFill>
                  <a:schemeClr val="lt1"/>
                </a:solidFill>
                <a:latin typeface="Open Sans"/>
                <a:ea typeface="Noto Sans SC"/>
                <a:cs typeface="Open Sans"/>
                <a:sym typeface="Open Sans"/>
              </a:endParaRPr>
            </a:p>
          </p:txBody>
        </p:sp>
        <p:sp>
          <p:nvSpPr>
            <p:cNvPr id="30" name="Google Shape;30;p2"/>
            <p:cNvSpPr/>
            <p:nvPr/>
          </p:nvSpPr>
          <p:spPr>
            <a:xfrm>
              <a:off x="0" y="16681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1" name="Google Shape;31;p2"/>
            <p:cNvSpPr/>
            <p:nvPr/>
          </p:nvSpPr>
          <p:spPr>
            <a:xfrm>
              <a:off x="266104" y="14467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2" name="Google Shape;32;p2"/>
            <p:cNvSpPr txBox="1"/>
            <p:nvPr/>
          </p:nvSpPr>
          <p:spPr>
            <a:xfrm>
              <a:off x="287720" y="14684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zh-CN" sz="1500" u="none" cap="none" strike="noStrike">
                  <a:solidFill>
                    <a:schemeClr val="lt1"/>
                  </a:solidFill>
                  <a:latin typeface="Noto Sans SC"/>
                  <a:ea typeface="Noto Sans SC"/>
                  <a:cs typeface="Open Sans"/>
                  <a:sym typeface="Open Sans"/>
                </a:rPr>
                <a:t>第</a:t>
              </a:r>
              <a:r>
                <a:rPr b="0" i="0" lang="zh-CN" sz="1500" u="none" cap="none" strike="noStrike">
                  <a:solidFill>
                    <a:schemeClr val="lt1"/>
                  </a:solidFill>
                  <a:latin typeface="Open Sans"/>
                  <a:ea typeface="Noto Sans SC"/>
                  <a:cs typeface="Open Sans"/>
                  <a:sym typeface="Open Sans"/>
                </a:rPr>
                <a:t> 3 </a:t>
              </a:r>
              <a:r>
                <a:rPr b="0" i="0" lang="zh-CN" sz="1500" u="none" cap="none" strike="noStrike">
                  <a:solidFill>
                    <a:schemeClr val="lt1"/>
                  </a:solidFill>
                  <a:latin typeface="Noto Sans SC"/>
                  <a:ea typeface="Noto Sans SC"/>
                  <a:cs typeface="Open Sans"/>
                  <a:sym typeface="Open Sans"/>
                </a:rPr>
                <a:t>部分</a:t>
              </a:r>
              <a:r>
                <a:rPr b="0" i="0" lang="zh-CN" sz="1500" u="none" cap="none" strike="noStrike">
                  <a:solidFill>
                    <a:schemeClr val="lt1"/>
                  </a:solidFill>
                  <a:latin typeface="Open Sans"/>
                  <a:ea typeface="Noto Sans SC"/>
                  <a:cs typeface="Open Sans"/>
                  <a:sym typeface="Open Sans"/>
                </a:rPr>
                <a:t>：</a:t>
              </a:r>
              <a:r>
                <a:rPr b="0" i="0" lang="zh-CN" sz="1500" u="none" cap="none" strike="noStrike">
                  <a:solidFill>
                    <a:schemeClr val="lt1"/>
                  </a:solidFill>
                  <a:latin typeface="Noto Sans SC"/>
                  <a:ea typeface="Noto Sans SC"/>
                  <a:cs typeface="Open Sans"/>
                  <a:sym typeface="Open Sans"/>
                </a:rPr>
                <a:t>卷积神经网络</a:t>
              </a:r>
              <a:endParaRPr b="0" i="0" sz="1500" u="none" cap="none" strike="noStrike">
                <a:solidFill>
                  <a:schemeClr val="lt1"/>
                </a:solidFill>
                <a:latin typeface="Open Sans"/>
                <a:ea typeface="Noto Sans SC"/>
                <a:cs typeface="Open Sans"/>
                <a:sym typeface="Open Sans"/>
              </a:endParaRPr>
            </a:p>
          </p:txBody>
        </p:sp>
        <p:sp>
          <p:nvSpPr>
            <p:cNvPr id="33" name="Google Shape;33;p2"/>
            <p:cNvSpPr/>
            <p:nvPr/>
          </p:nvSpPr>
          <p:spPr>
            <a:xfrm>
              <a:off x="0" y="23485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4" name="Google Shape;34;p2"/>
            <p:cNvSpPr/>
            <p:nvPr/>
          </p:nvSpPr>
          <p:spPr>
            <a:xfrm>
              <a:off x="266104" y="21271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5" name="Google Shape;35;p2"/>
            <p:cNvSpPr txBox="1"/>
            <p:nvPr/>
          </p:nvSpPr>
          <p:spPr>
            <a:xfrm>
              <a:off x="287720" y="21488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zh-CN" sz="1500" u="none" cap="none" strike="noStrike">
                  <a:solidFill>
                    <a:schemeClr val="lt1"/>
                  </a:solidFill>
                  <a:latin typeface="Noto Sans SC"/>
                  <a:ea typeface="Noto Sans SC"/>
                  <a:cs typeface="Open Sans"/>
                  <a:sym typeface="Open Sans"/>
                </a:rPr>
                <a:t>第</a:t>
              </a:r>
              <a:r>
                <a:rPr b="0" i="0" lang="zh-CN" sz="1500" u="none" cap="none" strike="noStrike">
                  <a:solidFill>
                    <a:schemeClr val="lt1"/>
                  </a:solidFill>
                  <a:latin typeface="Open Sans"/>
                  <a:ea typeface="Noto Sans SC"/>
                  <a:cs typeface="Open Sans"/>
                  <a:sym typeface="Open Sans"/>
                </a:rPr>
                <a:t> 4 </a:t>
              </a:r>
              <a:r>
                <a:rPr b="0" i="0" lang="zh-CN" sz="1500" u="none" cap="none" strike="noStrike">
                  <a:solidFill>
                    <a:schemeClr val="lt1"/>
                  </a:solidFill>
                  <a:latin typeface="Noto Sans SC"/>
                  <a:ea typeface="Noto Sans SC"/>
                  <a:cs typeface="Open Sans"/>
                  <a:sym typeface="Open Sans"/>
                </a:rPr>
                <a:t>部分</a:t>
              </a:r>
              <a:r>
                <a:rPr b="0" i="0" lang="zh-CN" sz="1500" u="none" cap="none" strike="noStrike">
                  <a:solidFill>
                    <a:schemeClr val="lt1"/>
                  </a:solidFill>
                  <a:latin typeface="Open Sans"/>
                  <a:ea typeface="Noto Sans SC"/>
                  <a:cs typeface="Open Sans"/>
                  <a:sym typeface="Open Sans"/>
                </a:rPr>
                <a:t>：</a:t>
              </a:r>
              <a:r>
                <a:rPr b="0" i="0" lang="zh-CN" sz="1500" u="none" cap="none" strike="noStrike">
                  <a:solidFill>
                    <a:schemeClr val="lt1"/>
                  </a:solidFill>
                  <a:latin typeface="Noto Sans SC"/>
                  <a:ea typeface="Noto Sans SC"/>
                  <a:cs typeface="Open Sans"/>
                  <a:sym typeface="Open Sans"/>
                </a:rPr>
                <a:t>数据增强与模型部署</a:t>
              </a:r>
              <a:endParaRPr b="0" i="0" sz="1500" u="none" cap="none" strike="noStrike">
                <a:solidFill>
                  <a:schemeClr val="lt1"/>
                </a:solidFill>
                <a:latin typeface="Open Sans"/>
                <a:ea typeface="Noto Sans SC"/>
                <a:cs typeface="Open Sans"/>
                <a:sym typeface="Open Sans"/>
              </a:endParaRPr>
            </a:p>
          </p:txBody>
        </p:sp>
        <p:sp>
          <p:nvSpPr>
            <p:cNvPr id="36" name="Google Shape;36;p2"/>
            <p:cNvSpPr/>
            <p:nvPr/>
          </p:nvSpPr>
          <p:spPr>
            <a:xfrm>
              <a:off x="0" y="30289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7" name="Google Shape;37;p2"/>
            <p:cNvSpPr/>
            <p:nvPr/>
          </p:nvSpPr>
          <p:spPr>
            <a:xfrm>
              <a:off x="266104" y="28075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38" name="Google Shape;38;p2"/>
            <p:cNvSpPr txBox="1"/>
            <p:nvPr/>
          </p:nvSpPr>
          <p:spPr>
            <a:xfrm>
              <a:off x="287720" y="28292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zh-CN" sz="1500" u="none" cap="none" strike="noStrike">
                  <a:solidFill>
                    <a:schemeClr val="lt1"/>
                  </a:solidFill>
                  <a:latin typeface="Noto Sans SC"/>
                  <a:ea typeface="Noto Sans SC"/>
                  <a:cs typeface="Open Sans"/>
                  <a:sym typeface="Open Sans"/>
                </a:rPr>
                <a:t>第</a:t>
              </a:r>
              <a:r>
                <a:rPr b="0" i="0" lang="zh-CN" sz="1500" u="none" cap="none" strike="noStrike">
                  <a:solidFill>
                    <a:schemeClr val="lt1"/>
                  </a:solidFill>
                  <a:latin typeface="Open Sans"/>
                  <a:ea typeface="Noto Sans SC"/>
                  <a:cs typeface="Open Sans"/>
                  <a:sym typeface="Open Sans"/>
                </a:rPr>
                <a:t> 5 </a:t>
              </a:r>
              <a:r>
                <a:rPr b="0" i="0" lang="zh-CN" sz="1500" u="none" cap="none" strike="noStrike">
                  <a:solidFill>
                    <a:schemeClr val="lt1"/>
                  </a:solidFill>
                  <a:latin typeface="Noto Sans SC"/>
                  <a:ea typeface="Noto Sans SC"/>
                  <a:cs typeface="Open Sans"/>
                  <a:sym typeface="Open Sans"/>
                </a:rPr>
                <a:t>部分</a:t>
              </a:r>
              <a:r>
                <a:rPr b="0" i="0" lang="zh-CN" sz="1500" u="none" cap="none" strike="noStrike">
                  <a:solidFill>
                    <a:schemeClr val="lt1"/>
                  </a:solidFill>
                  <a:latin typeface="Open Sans"/>
                  <a:ea typeface="Noto Sans SC"/>
                  <a:cs typeface="Open Sans"/>
                  <a:sym typeface="Open Sans"/>
                </a:rPr>
                <a:t>：</a:t>
              </a:r>
              <a:r>
                <a:rPr b="0" i="0" lang="zh-CN" sz="1500" u="none" cap="none" strike="noStrike">
                  <a:solidFill>
                    <a:schemeClr val="lt1"/>
                  </a:solidFill>
                  <a:latin typeface="Noto Sans SC"/>
                  <a:ea typeface="Noto Sans SC"/>
                  <a:cs typeface="Open Sans"/>
                  <a:sym typeface="Open Sans"/>
                </a:rPr>
                <a:t>预训练的模型</a:t>
              </a:r>
              <a:endParaRPr b="0" i="0" sz="1500" u="none" cap="none" strike="noStrike">
                <a:solidFill>
                  <a:schemeClr val="lt1"/>
                </a:solidFill>
                <a:latin typeface="Open Sans"/>
                <a:ea typeface="Noto Sans SC"/>
                <a:cs typeface="Open Sans"/>
                <a:sym typeface="Open Sans"/>
              </a:endParaRPr>
            </a:p>
          </p:txBody>
        </p:sp>
        <p:sp>
          <p:nvSpPr>
            <p:cNvPr id="39" name="Google Shape;39;p2"/>
            <p:cNvSpPr/>
            <p:nvPr/>
          </p:nvSpPr>
          <p:spPr>
            <a:xfrm>
              <a:off x="0" y="3709389"/>
              <a:ext cx="5322094" cy="378000"/>
            </a:xfrm>
            <a:prstGeom prst="rect">
              <a:avLst/>
            </a:prstGeom>
            <a:solidFill>
              <a:schemeClr val="lt1">
                <a:alpha val="89804"/>
              </a:schemeClr>
            </a:solidFill>
            <a:ln cap="flat" cmpd="sng" w="9525">
              <a:solidFill>
                <a:srgbClr val="B71B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40" name="Google Shape;40;p2"/>
            <p:cNvSpPr/>
            <p:nvPr/>
          </p:nvSpPr>
          <p:spPr>
            <a:xfrm>
              <a:off x="266104" y="3487989"/>
              <a:ext cx="3725465" cy="442800"/>
            </a:xfrm>
            <a:prstGeom prst="roundRect">
              <a:avLst>
                <a:gd fmla="val 16667" name="adj"/>
              </a:avLst>
            </a:prstGeom>
            <a:gradFill>
              <a:gsLst>
                <a:gs pos="0">
                  <a:srgbClr val="C62B49"/>
                </a:gs>
                <a:gs pos="69000">
                  <a:srgbClr val="B2012E"/>
                </a:gs>
                <a:gs pos="100000">
                  <a:srgbClr val="A8022B"/>
                </a:gs>
              </a:gsLst>
              <a:lin ang="54000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Open Sans"/>
                <a:buNone/>
              </a:pPr>
              <a:r>
                <a:t/>
              </a:r>
              <a:endParaRPr b="0" i="0" sz="1400" u="none" cap="none" strike="noStrike">
                <a:solidFill>
                  <a:srgbClr val="000000"/>
                </a:solidFill>
                <a:latin typeface="Open Sans"/>
                <a:ea typeface="Noto Sans SC"/>
                <a:cs typeface="Open Sans"/>
                <a:sym typeface="Open Sans"/>
              </a:endParaRPr>
            </a:p>
          </p:txBody>
        </p:sp>
        <p:sp>
          <p:nvSpPr>
            <p:cNvPr id="41" name="Google Shape;41;p2"/>
            <p:cNvSpPr txBox="1"/>
            <p:nvPr/>
          </p:nvSpPr>
          <p:spPr>
            <a:xfrm>
              <a:off x="287720" y="3509605"/>
              <a:ext cx="3682233" cy="399568"/>
            </a:xfrm>
            <a:prstGeom prst="rect">
              <a:avLst/>
            </a:prstGeom>
            <a:noFill/>
            <a:ln>
              <a:noFill/>
            </a:ln>
          </p:spPr>
          <p:txBody>
            <a:bodyPr anchorCtr="0" anchor="ctr" bIns="0" lIns="140800" spcFirstLastPara="1" rIns="140800" wrap="square" tIns="0">
              <a:noAutofit/>
            </a:bodyPr>
            <a:lstStyle/>
            <a:p>
              <a:pPr indent="0" lvl="0" marL="0" marR="0" rtl="0" algn="l">
                <a:lnSpc>
                  <a:spcPct val="90000"/>
                </a:lnSpc>
                <a:spcBef>
                  <a:spcPts val="0"/>
                </a:spcBef>
                <a:spcAft>
                  <a:spcPts val="0"/>
                </a:spcAft>
                <a:buClr>
                  <a:schemeClr val="lt1"/>
                </a:buClr>
                <a:buSzPts val="1500"/>
                <a:buFont typeface="Open Sans"/>
                <a:buNone/>
              </a:pPr>
              <a:r>
                <a:rPr b="0" i="0" lang="zh-CN" sz="1500" u="none" cap="none" strike="noStrike">
                  <a:solidFill>
                    <a:schemeClr val="lt1"/>
                  </a:solidFill>
                  <a:latin typeface="Noto Sans SC"/>
                  <a:ea typeface="Noto Sans SC"/>
                  <a:cs typeface="Open Sans"/>
                  <a:sym typeface="Open Sans"/>
                </a:rPr>
                <a:t>第</a:t>
              </a:r>
              <a:r>
                <a:rPr b="0" i="0" lang="zh-CN" sz="1500" u="none" cap="none" strike="noStrike">
                  <a:solidFill>
                    <a:schemeClr val="lt1"/>
                  </a:solidFill>
                  <a:latin typeface="Open Sans"/>
                  <a:ea typeface="Noto Sans SC"/>
                  <a:cs typeface="Open Sans"/>
                  <a:sym typeface="Open Sans"/>
                </a:rPr>
                <a:t> 6 </a:t>
              </a:r>
              <a:r>
                <a:rPr b="0" i="0" lang="zh-CN" sz="1500" u="none" cap="none" strike="noStrike">
                  <a:solidFill>
                    <a:schemeClr val="lt1"/>
                  </a:solidFill>
                  <a:latin typeface="Noto Sans SC"/>
                  <a:ea typeface="Noto Sans SC"/>
                  <a:cs typeface="Open Sans"/>
                  <a:sym typeface="Open Sans"/>
                </a:rPr>
                <a:t>部分</a:t>
              </a:r>
              <a:r>
                <a:rPr b="0" i="0" lang="zh-CN" sz="1500" u="none" cap="none" strike="noStrike">
                  <a:solidFill>
                    <a:schemeClr val="lt1"/>
                  </a:solidFill>
                  <a:latin typeface="Open Sans"/>
                  <a:ea typeface="Noto Sans SC"/>
                  <a:cs typeface="Open Sans"/>
                  <a:sym typeface="Open Sans"/>
                </a:rPr>
                <a:t>：</a:t>
              </a:r>
              <a:r>
                <a:rPr b="0" i="0" lang="zh-CN" sz="1500" u="none" cap="none" strike="noStrike">
                  <a:solidFill>
                    <a:schemeClr val="lt1"/>
                  </a:solidFill>
                  <a:latin typeface="Noto Sans SC"/>
                  <a:ea typeface="Noto Sans SC"/>
                  <a:cs typeface="Open Sans"/>
                  <a:sym typeface="Open Sans"/>
                </a:rPr>
                <a:t>更高级的模型结构</a:t>
              </a:r>
              <a:endParaRPr b="0" i="0" sz="1500" u="none" cap="none" strike="noStrike">
                <a:solidFill>
                  <a:schemeClr val="lt1"/>
                </a:solidFill>
                <a:latin typeface="Open Sans"/>
                <a:ea typeface="Noto Sans SC"/>
                <a:cs typeface="Open Sans"/>
                <a:sym typeface="Open Sans"/>
              </a:endParaRPr>
            </a:p>
          </p:txBody>
        </p:sp>
      </p:grpSp>
      <p:sp xmlns:p="http://schemas.openxmlformats.org/presentationml/2006/main" xmlns:a="http://schemas.openxmlformats.org/drawingml/2006/main">
        <p:nvSpPr>
          <p:cNvPr id="4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45" name="Shape 45"/>
        <p:cNvGrpSpPr/>
        <p:nvPr/>
      </p:nvGrpSpPr>
      <p:grpSpPr>
        <a:xfrm>
          <a:off x="0" y="0"/>
          <a:ext cx="0" cy="0"/>
          <a:chOff x="0" y="0"/>
          <a:chExt cx="0" cy="0"/>
        </a:xfrm>
      </p:grpSpPr>
      <p:sp>
        <p:nvSpPr>
          <p:cNvPr id="46" name="Google Shape;46;p3"/>
          <p:cNvSpPr txBox="1"/>
          <p:nvPr/>
        </p:nvSpPr>
        <p:spPr>
          <a:xfrm>
            <a:off x="1306421" y="1238447"/>
            <a:ext cx="8465302" cy="90269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FFFFFF"/>
              </a:buClr>
              <a:buSzPts val="3200"/>
              <a:buFont typeface="Open Sans"/>
              <a:buNone/>
            </a:pPr>
            <a:r>
              <a:rPr b="0" i="0" lang="zh-CN" sz="3200" u="none" cap="none" strike="noStrike">
                <a:solidFill>
                  <a:srgbClr val="000000"/>
                </a:solidFill>
                <a:latin typeface="Noto Sans SC"/>
                <a:ea typeface="Noto Sans SC"/>
                <a:cs typeface="Open Sans"/>
                <a:sym typeface="Open Sans"/>
              </a:rPr>
              <a:t>课程议题</a:t>
            </a:r>
            <a:r>
              <a:rPr b="0" i="0" lang="zh-CN" sz="3200" u="none" cap="none" strike="noStrike">
                <a:solidFill>
                  <a:srgbClr val="000000"/>
                </a:solidFill>
                <a:latin typeface="Open Sans"/>
                <a:ea typeface="Noto Sans SC"/>
                <a:cs typeface="Open Sans"/>
                <a:sym typeface="Open Sans"/>
              </a:rPr>
              <a:t> – </a:t>
            </a:r>
            <a:r>
              <a:rPr b="0" i="0" lang="zh-CN" sz="3200" u="none" cap="none" strike="noStrike">
                <a:solidFill>
                  <a:srgbClr val="000000"/>
                </a:solidFill>
                <a:latin typeface="Noto Sans SC"/>
                <a:ea typeface="Noto Sans SC"/>
                <a:cs typeface="Open Sans"/>
                <a:sym typeface="Open Sans"/>
              </a:rPr>
              <a:t>第</a:t>
            </a:r>
            <a:r>
              <a:rPr b="0" i="0" lang="zh-CN" sz="3200" u="none" cap="none" strike="noStrike">
                <a:solidFill>
                  <a:srgbClr val="000000"/>
                </a:solidFill>
                <a:latin typeface="Open Sans"/>
                <a:ea typeface="Noto Sans SC"/>
                <a:cs typeface="Open Sans"/>
                <a:sym typeface="Open Sans"/>
              </a:rPr>
              <a:t> 4 </a:t>
            </a:r>
            <a:r>
              <a:rPr b="0" i="0" lang="zh-CN" sz="3200" u="none" cap="none" strike="noStrike">
                <a:solidFill>
                  <a:srgbClr val="000000"/>
                </a:solidFill>
                <a:latin typeface="Noto Sans SC"/>
                <a:ea typeface="Noto Sans SC"/>
                <a:cs typeface="Open Sans"/>
                <a:sym typeface="Open Sans"/>
              </a:rPr>
              <a:t>部分</a:t>
            </a:r>
            <a:endParaRPr b="0" i="0" sz="3200" u="none" cap="none" strike="noStrike">
              <a:solidFill>
                <a:srgbClr val="000000"/>
              </a:solidFill>
              <a:latin typeface="Open Sans"/>
              <a:ea typeface="Noto Sans SC"/>
              <a:cs typeface="Open Sans"/>
              <a:sym typeface="Open Sans"/>
            </a:endParaRPr>
          </a:p>
        </p:txBody>
      </p:sp>
      <p:sp>
        <p:nvSpPr>
          <p:cNvPr id="47" name="Google Shape;47;p3"/>
          <p:cNvSpPr txBox="1"/>
          <p:nvPr/>
        </p:nvSpPr>
        <p:spPr>
          <a:xfrm>
            <a:off x="1306421" y="2218491"/>
            <a:ext cx="8465302" cy="2163214"/>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10000"/>
              </a:lnSpc>
              <a:spcBef>
                <a:spcPts val="0"/>
              </a:spcBef>
              <a:spcAft>
                <a:spcPts val="0"/>
              </a:spcAft>
              <a:buClr>
                <a:schemeClr val="accent1"/>
              </a:buClr>
              <a:buSzPts val="1800"/>
              <a:buFont typeface="Open Sans"/>
              <a:buChar char="•"/>
            </a:pPr>
            <a:r>
              <a:rPr b="0" i="0" lang="zh-CN" sz="1800" u="none" cap="none" strike="noStrike">
                <a:solidFill>
                  <a:srgbClr val="000000"/>
                </a:solidFill>
                <a:latin typeface="Noto Sans SC"/>
                <a:ea typeface="Noto Sans SC"/>
                <a:cs typeface="Open Sans"/>
                <a:sym typeface="Open Sans"/>
              </a:rPr>
              <a:t>数据增强</a:t>
            </a:r>
            <a:endParaRPr b="0" i="0" sz="1800" u="none" cap="none" strike="noStrike">
              <a:solidFill>
                <a:srgbClr val="000000"/>
              </a:solidFill>
              <a:latin typeface="Open Sans"/>
              <a:ea typeface="Noto Sans SC"/>
              <a:cs typeface="Open Sans"/>
              <a:sym typeface="Open Sans"/>
            </a:endParaRPr>
          </a:p>
          <a:p>
            <a:pPr indent="-228600" lvl="0" marL="457200" marR="0" rtl="0" algn="l">
              <a:lnSpc>
                <a:spcPct val="110000"/>
              </a:lnSpc>
              <a:spcBef>
                <a:spcPts val="900"/>
              </a:spcBef>
              <a:spcAft>
                <a:spcPts val="0"/>
              </a:spcAft>
              <a:buClr>
                <a:schemeClr val="accent1"/>
              </a:buClr>
              <a:buSzPts val="1800"/>
              <a:buFont typeface="Open Sans"/>
              <a:buChar char="•"/>
            </a:pPr>
            <a:r>
              <a:rPr b="0" i="0" lang="zh-CN" sz="1800" u="none" cap="none" strike="noStrike">
                <a:solidFill>
                  <a:srgbClr val="000000"/>
                </a:solidFill>
                <a:latin typeface="Noto Sans SC"/>
                <a:ea typeface="Noto Sans SC"/>
                <a:cs typeface="Open Sans"/>
                <a:sym typeface="Open Sans"/>
              </a:rPr>
              <a:t>模型部署</a:t>
            </a:r>
            <a:endParaRPr b="0" i="0" sz="18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48"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1" name="Shape 51"/>
        <p:cNvGrpSpPr/>
        <p:nvPr/>
      </p:nvGrpSpPr>
      <p:grpSpPr>
        <a:xfrm>
          <a:off x="0" y="0"/>
          <a:ext cx="0" cy="0"/>
          <a:chOff x="0" y="0"/>
          <a:chExt cx="0" cy="0"/>
        </a:xfrm>
      </p:grpSpPr>
      <p:sp>
        <p:nvSpPr>
          <p:cNvPr id="52" name="Google Shape;52;p4"/>
          <p:cNvSpPr txBox="1"/>
          <p:nvPr/>
        </p:nvSpPr>
        <p:spPr>
          <a:xfrm>
            <a:off x="498348" y="654352"/>
            <a:ext cx="9976104" cy="590931"/>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练习回顾</a:t>
            </a:r>
            <a:endParaRPr b="1" i="0" sz="3600" u="none" cap="none" strike="noStrike">
              <a:solidFill>
                <a:schemeClr val="dk2"/>
              </a:solidFill>
              <a:latin typeface="Open Sans"/>
              <a:ea typeface="Noto Sans SC"/>
              <a:cs typeface="Open Sans"/>
              <a:sym typeface="Open Sans"/>
            </a:endParaRPr>
          </a:p>
        </p:txBody>
      </p:sp>
      <p:sp>
        <p:nvSpPr>
          <p:cNvPr id="53" name="Google Shape;53;p4"/>
          <p:cNvSpPr txBox="1"/>
          <p:nvPr/>
        </p:nvSpPr>
        <p:spPr>
          <a:xfrm>
            <a:off x="498348" y="1951863"/>
            <a:ext cx="4945063" cy="3693521"/>
          </a:xfrm>
          <a:prstGeom prst="rect">
            <a:avLst/>
          </a:prstGeom>
          <a:gradFill>
            <a:gsLst>
              <a:gs pos="0">
                <a:srgbClr val="ABD6C1"/>
              </a:gs>
              <a:gs pos="35000">
                <a:srgbClr val="C6E0D1"/>
              </a:gs>
              <a:gs pos="100000">
                <a:srgbClr val="E9F3EC"/>
              </a:gs>
            </a:gsLst>
            <a:lin ang="16200000" scaled="0"/>
          </a:gradFill>
          <a:ln cap="flat" cmpd="sng" w="9525">
            <a:solidFill>
              <a:srgbClr val="00734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231775" lvl="0" marL="365760" marR="0" rtl="0" algn="l">
              <a:lnSpc>
                <a:spcPct val="90000"/>
              </a:lnSpc>
              <a:spcBef>
                <a:spcPts val="0"/>
              </a:spcBef>
              <a:spcAft>
                <a:spcPts val="0"/>
              </a:spcAft>
              <a:buClr>
                <a:schemeClr val="dk1"/>
              </a:buClr>
              <a:buSzPts val="2400"/>
              <a:buFont typeface="Open Sans"/>
              <a:buChar char="•"/>
            </a:pPr>
            <a:r>
              <a:rPr b="0" i="0" lang="zh-CN" sz="2400" u="none" cap="none" strike="noStrike">
                <a:solidFill>
                  <a:schemeClr val="dk2"/>
                </a:solidFill>
                <a:latin typeface="Open Sans"/>
                <a:ea typeface="Noto Sans SC"/>
                <a:cs typeface="Open Sans"/>
                <a:sym typeface="Open Sans"/>
              </a:rPr>
              <a:t>CNN </a:t>
            </a:r>
            <a:r>
              <a:rPr b="0" i="0" lang="zh-CN" sz="2400" u="none" cap="none" strike="noStrike">
                <a:solidFill>
                  <a:schemeClr val="dk2"/>
                </a:solidFill>
                <a:latin typeface="Noto Sans SC"/>
                <a:ea typeface="Noto Sans SC"/>
                <a:cs typeface="Open Sans"/>
                <a:sym typeface="Open Sans"/>
              </a:rPr>
              <a:t>提高了验证准确性</a:t>
            </a:r>
            <a:endParaRPr b="0" i="0" sz="2400" u="none" cap="none" strike="noStrike">
              <a:solidFill>
                <a:schemeClr val="dk2"/>
              </a:solidFill>
              <a:latin typeface="Open Sans"/>
              <a:ea typeface="Noto Sans SC"/>
              <a:cs typeface="Open Sans"/>
              <a:sym typeface="Open Sans"/>
            </a:endParaRPr>
          </a:p>
          <a:p>
            <a:pPr indent="-231775" lvl="0" marL="365760" marR="0" rtl="0" algn="l">
              <a:lnSpc>
                <a:spcPct val="90000"/>
              </a:lnSpc>
              <a:spcBef>
                <a:spcPts val="1800"/>
              </a:spcBef>
              <a:spcAft>
                <a:spcPts val="0"/>
              </a:spcAft>
              <a:buClr>
                <a:schemeClr val="dk1"/>
              </a:buClr>
              <a:buSzPts val="2400"/>
              <a:buFont typeface="Open Sans"/>
              <a:buChar char="•"/>
            </a:pPr>
            <a:r>
              <a:rPr b="0" i="0" lang="zh-CN" sz="2400" u="none" cap="none" strike="noStrike">
                <a:solidFill>
                  <a:schemeClr val="dk2"/>
                </a:solidFill>
                <a:latin typeface="Noto Sans SC"/>
                <a:ea typeface="Noto Sans SC"/>
                <a:cs typeface="Open Sans"/>
                <a:sym typeface="Open Sans"/>
              </a:rPr>
              <a:t>训练准确性仍高于验证准确性</a:t>
            </a:r>
            <a:endParaRPr b="0" i="0" sz="2400" u="none" cap="none" strike="noStrike">
              <a:solidFill>
                <a:schemeClr val="dk2"/>
              </a:solidFill>
              <a:latin typeface="Open Sans"/>
              <a:ea typeface="Noto Sans SC"/>
              <a:cs typeface="Open Sans"/>
              <a:sym typeface="Open Sans"/>
            </a:endParaRPr>
          </a:p>
        </p:txBody>
      </p:sp>
      <p:sp>
        <p:nvSpPr>
          <p:cNvPr id="54" name="Google Shape;54;p4"/>
          <p:cNvSpPr/>
          <p:nvPr/>
        </p:nvSpPr>
        <p:spPr>
          <a:xfrm>
            <a:off x="1226417" y="1590710"/>
            <a:ext cx="3488924" cy="722305"/>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Open Sans"/>
              <a:buNone/>
            </a:pPr>
            <a:r>
              <a:rPr b="0" i="0" lang="zh-CN" sz="2400" u="none" cap="none" strike="noStrike">
                <a:solidFill>
                  <a:srgbClr val="000000"/>
                </a:solidFill>
                <a:latin typeface="Noto Sans SC"/>
                <a:ea typeface="Noto Sans SC"/>
                <a:cs typeface="Open Sans"/>
                <a:sym typeface="Open Sans"/>
              </a:rPr>
              <a:t>分析</a:t>
            </a:r>
            <a:endParaRPr b="0" i="0" sz="14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5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58" name="Shape 58"/>
        <p:cNvGrpSpPr/>
        <p:nvPr/>
      </p:nvGrpSpPr>
      <p:grpSpPr>
        <a:xfrm>
          <a:off x="0" y="0"/>
          <a:ext cx="0" cy="0"/>
          <a:chOff x="0" y="0"/>
          <a:chExt cx="0" cy="0"/>
        </a:xfrm>
      </p:grpSpPr>
      <p:sp>
        <p:nvSpPr>
          <p:cNvPr id="59" name="Google Shape;59;p5"/>
          <p:cNvSpPr txBox="1"/>
          <p:nvPr/>
        </p:nvSpPr>
        <p:spPr>
          <a:xfrm>
            <a:off x="498348" y="654352"/>
            <a:ext cx="9976104" cy="590931"/>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练习回顾</a:t>
            </a:r>
            <a:endParaRPr b="1" i="0" sz="3600" u="none" cap="none" strike="noStrike">
              <a:solidFill>
                <a:schemeClr val="dk2"/>
              </a:solidFill>
              <a:latin typeface="Open Sans"/>
              <a:ea typeface="Noto Sans SC"/>
              <a:cs typeface="Open Sans"/>
              <a:sym typeface="Open Sans"/>
            </a:endParaRPr>
          </a:p>
        </p:txBody>
      </p:sp>
      <p:sp>
        <p:nvSpPr>
          <p:cNvPr id="60" name="Google Shape;60;p5"/>
          <p:cNvSpPr txBox="1"/>
          <p:nvPr/>
        </p:nvSpPr>
        <p:spPr>
          <a:xfrm>
            <a:off x="498348" y="1951863"/>
            <a:ext cx="4945063" cy="3693521"/>
          </a:xfrm>
          <a:prstGeom prst="rect">
            <a:avLst/>
          </a:prstGeom>
          <a:gradFill>
            <a:gsLst>
              <a:gs pos="0">
                <a:srgbClr val="ABD6C1"/>
              </a:gs>
              <a:gs pos="35000">
                <a:srgbClr val="C6E0D1"/>
              </a:gs>
              <a:gs pos="100000">
                <a:srgbClr val="E9F3EC"/>
              </a:gs>
            </a:gsLst>
            <a:lin ang="16200000" scaled="0"/>
          </a:gradFill>
          <a:ln cap="flat" cmpd="sng" w="9525">
            <a:solidFill>
              <a:srgbClr val="00734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rmAutofit/>
          </a:bodyPr>
          <a:lstStyle/>
          <a:p>
            <a:pPr indent="-231775" lvl="0" marL="365760" marR="0" rtl="0" algn="l">
              <a:lnSpc>
                <a:spcPct val="90000"/>
              </a:lnSpc>
              <a:spcBef>
                <a:spcPts val="0"/>
              </a:spcBef>
              <a:spcAft>
                <a:spcPts val="0"/>
              </a:spcAft>
              <a:buClr>
                <a:schemeClr val="dk1"/>
              </a:buClr>
              <a:buSzPts val="2400"/>
              <a:buFont typeface="Open Sans"/>
              <a:buChar char="•"/>
            </a:pPr>
            <a:r>
              <a:rPr b="0" i="0" lang="zh-CN" sz="2400" u="none" cap="none" strike="noStrike">
                <a:solidFill>
                  <a:schemeClr val="dk2"/>
                </a:solidFill>
                <a:latin typeface="Open Sans"/>
                <a:ea typeface="Noto Sans SC"/>
                <a:cs typeface="Open Sans"/>
                <a:sym typeface="Open Sans"/>
              </a:rPr>
              <a:t>CNN </a:t>
            </a:r>
            <a:r>
              <a:rPr b="0" i="0" lang="zh-CN" sz="2400" u="none" cap="none" strike="noStrike">
                <a:solidFill>
                  <a:schemeClr val="dk2"/>
                </a:solidFill>
                <a:latin typeface="Noto Sans SC"/>
                <a:ea typeface="Noto Sans SC"/>
                <a:cs typeface="Open Sans"/>
                <a:sym typeface="Open Sans"/>
              </a:rPr>
              <a:t>提高了验证准确性</a:t>
            </a:r>
            <a:endParaRPr b="0" i="0" sz="2400" u="none" cap="none" strike="noStrike">
              <a:solidFill>
                <a:schemeClr val="dk2"/>
              </a:solidFill>
              <a:latin typeface="Open Sans"/>
              <a:ea typeface="Noto Sans SC"/>
              <a:cs typeface="Open Sans"/>
              <a:sym typeface="Open Sans"/>
            </a:endParaRPr>
          </a:p>
          <a:p>
            <a:pPr indent="-231775" lvl="0" marL="365760" marR="0" rtl="0" algn="l">
              <a:lnSpc>
                <a:spcPct val="90000"/>
              </a:lnSpc>
              <a:spcBef>
                <a:spcPts val="1800"/>
              </a:spcBef>
              <a:spcAft>
                <a:spcPts val="0"/>
              </a:spcAft>
              <a:buClr>
                <a:schemeClr val="dk1"/>
              </a:buClr>
              <a:buSzPts val="2400"/>
              <a:buFont typeface="Open Sans"/>
              <a:buChar char="•"/>
            </a:pPr>
            <a:r>
              <a:rPr b="0" i="0" lang="zh-CN" sz="2400" u="none" cap="none" strike="noStrike">
                <a:solidFill>
                  <a:schemeClr val="dk2"/>
                </a:solidFill>
                <a:latin typeface="Noto Sans SC"/>
                <a:ea typeface="Noto Sans SC"/>
                <a:cs typeface="Open Sans"/>
                <a:sym typeface="Open Sans"/>
              </a:rPr>
              <a:t>训练准确性仍高于验证准确性</a:t>
            </a:r>
            <a:endParaRPr b="0" i="0" sz="2400" u="none" cap="none" strike="noStrike">
              <a:solidFill>
                <a:schemeClr val="dk2"/>
              </a:solidFill>
              <a:latin typeface="Open Sans"/>
              <a:ea typeface="Noto Sans SC"/>
              <a:cs typeface="Open Sans"/>
              <a:sym typeface="Open Sans"/>
            </a:endParaRPr>
          </a:p>
        </p:txBody>
      </p:sp>
      <p:sp>
        <p:nvSpPr>
          <p:cNvPr id="61" name="Google Shape;61;p5"/>
          <p:cNvSpPr txBox="1"/>
          <p:nvPr/>
        </p:nvSpPr>
        <p:spPr>
          <a:xfrm>
            <a:off x="5529390" y="1951863"/>
            <a:ext cx="4945062" cy="3693521"/>
          </a:xfrm>
          <a:prstGeom prst="rect">
            <a:avLst/>
          </a:prstGeom>
          <a:gradFill>
            <a:gsLst>
              <a:gs pos="0">
                <a:srgbClr val="90BAFF"/>
              </a:gs>
              <a:gs pos="35000">
                <a:srgbClr val="B1CCFF"/>
              </a:gs>
              <a:gs pos="100000">
                <a:srgbClr val="E0EBFF"/>
              </a:gs>
            </a:gsLst>
            <a:lin ang="16200000" scaled="0"/>
          </a:gradFill>
          <a:ln cap="flat" cmpd="sng" w="9525">
            <a:solidFill>
              <a:srgbClr val="006EC4"/>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231775" lvl="0" marL="231775" marR="0" rtl="0" algn="l">
              <a:lnSpc>
                <a:spcPct val="90000"/>
              </a:lnSpc>
              <a:spcBef>
                <a:spcPts val="0"/>
              </a:spcBef>
              <a:spcAft>
                <a:spcPts val="0"/>
              </a:spcAft>
              <a:buClr>
                <a:schemeClr val="dk1"/>
              </a:buClr>
              <a:buSzPts val="2400"/>
              <a:buFont typeface="Open Sans"/>
              <a:buChar char="•"/>
            </a:pPr>
            <a:r>
              <a:rPr b="0" i="0" lang="zh-CN" sz="2400" u="none" cap="none" strike="noStrike">
                <a:solidFill>
                  <a:schemeClr val="dk2"/>
                </a:solidFill>
                <a:latin typeface="Noto Sans SC"/>
                <a:ea typeface="Noto Sans SC"/>
                <a:cs typeface="Open Sans"/>
                <a:sym typeface="Open Sans"/>
              </a:rPr>
              <a:t>干净的数据可提供更优示例</a:t>
            </a:r>
            <a:endParaRPr b="0" i="0" sz="2400" u="none" cap="none" strike="noStrike">
              <a:solidFill>
                <a:schemeClr val="dk2"/>
              </a:solidFill>
              <a:latin typeface="Open Sans"/>
              <a:ea typeface="Noto Sans SC"/>
              <a:cs typeface="Open Sans"/>
              <a:sym typeface="Open Sans"/>
            </a:endParaRPr>
          </a:p>
          <a:p>
            <a:pPr indent="-231775" lvl="0" marL="231775" marR="0" rtl="0" algn="l">
              <a:lnSpc>
                <a:spcPct val="90000"/>
              </a:lnSpc>
              <a:spcBef>
                <a:spcPts val="1800"/>
              </a:spcBef>
              <a:spcAft>
                <a:spcPts val="0"/>
              </a:spcAft>
              <a:buClr>
                <a:schemeClr val="dk1"/>
              </a:buClr>
              <a:buSzPts val="2400"/>
              <a:buFont typeface="Open Sans"/>
              <a:buChar char="•"/>
            </a:pPr>
            <a:r>
              <a:rPr b="0" i="0" lang="zh-CN" sz="2400" u="none" cap="none" strike="noStrike">
                <a:solidFill>
                  <a:schemeClr val="dk2"/>
                </a:solidFill>
                <a:latin typeface="Noto Sans SC"/>
                <a:ea typeface="Noto Sans SC"/>
                <a:cs typeface="Open Sans"/>
                <a:sym typeface="Open Sans"/>
              </a:rPr>
              <a:t>数据集多样性有助模型进行泛化</a:t>
            </a:r>
            <a:endParaRPr b="0" i="0" sz="2400" u="none" cap="none" strike="noStrike">
              <a:solidFill>
                <a:schemeClr val="dk2"/>
              </a:solidFill>
              <a:latin typeface="Open Sans"/>
              <a:ea typeface="Noto Sans SC"/>
              <a:cs typeface="Open Sans"/>
              <a:sym typeface="Open Sans"/>
            </a:endParaRPr>
          </a:p>
        </p:txBody>
      </p:sp>
      <p:sp>
        <p:nvSpPr>
          <p:cNvPr id="62" name="Google Shape;62;p5"/>
          <p:cNvSpPr/>
          <p:nvPr/>
        </p:nvSpPr>
        <p:spPr>
          <a:xfrm>
            <a:off x="1226417" y="1590710"/>
            <a:ext cx="3488924" cy="722305"/>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Open Sans"/>
              <a:buNone/>
            </a:pPr>
            <a:r>
              <a:rPr b="0" i="0" lang="zh-CN" sz="2400" u="none" cap="none" strike="noStrike">
                <a:solidFill>
                  <a:srgbClr val="000000"/>
                </a:solidFill>
                <a:latin typeface="Noto Sans SC"/>
                <a:ea typeface="Noto Sans SC"/>
                <a:cs typeface="Open Sans"/>
                <a:sym typeface="Open Sans"/>
              </a:rPr>
              <a:t>分析</a:t>
            </a:r>
            <a:endParaRPr b="0" i="0" sz="2400" u="none" cap="none" strike="noStrike">
              <a:solidFill>
                <a:srgbClr val="000000"/>
              </a:solidFill>
              <a:latin typeface="Open Sans"/>
              <a:ea typeface="Noto Sans SC"/>
              <a:cs typeface="Open Sans"/>
              <a:sym typeface="Open Sans"/>
            </a:endParaRPr>
          </a:p>
        </p:txBody>
      </p:sp>
      <p:sp>
        <p:nvSpPr>
          <p:cNvPr id="63" name="Google Shape;63;p5"/>
          <p:cNvSpPr/>
          <p:nvPr/>
        </p:nvSpPr>
        <p:spPr>
          <a:xfrm>
            <a:off x="6257461" y="1590709"/>
            <a:ext cx="3488924" cy="722305"/>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Open Sans"/>
              <a:buNone/>
            </a:pPr>
            <a:r>
              <a:rPr b="0" i="0" lang="zh-CN" sz="2400" u="none" cap="none" strike="noStrike">
                <a:solidFill>
                  <a:srgbClr val="000000"/>
                </a:solidFill>
                <a:latin typeface="Noto Sans SC"/>
                <a:ea typeface="Noto Sans SC"/>
                <a:cs typeface="Open Sans"/>
                <a:sym typeface="Open Sans"/>
              </a:rPr>
              <a:t>解决方案</a:t>
            </a:r>
            <a:endParaRPr b="0" i="0" sz="2400" u="none" cap="none" strike="noStrike">
              <a:solidFill>
                <a:srgbClr val="000000"/>
              </a:solidFill>
              <a:latin typeface="Open Sans"/>
              <a:ea typeface="Noto Sans SC"/>
              <a:cs typeface="Open Sans"/>
              <a:sym typeface="Open Sans"/>
            </a:endParaRPr>
          </a:p>
        </p:txBody>
      </p:sp>
      <p:pic>
        <p:nvPicPr>
          <p:cNvPr descr="Wolf" id="64" name="Google Shape;64;p5"/>
          <p:cNvPicPr preferRelativeResize="0"/>
          <p:nvPr/>
        </p:nvPicPr>
        <p:blipFill rotWithShape="1">
          <a:blip r:embed="rId3">
            <a:alphaModFix/>
          </a:blip>
          <a:srcRect b="0" l="0" r="0" t="0"/>
          <a:stretch/>
        </p:blipFill>
        <p:spPr>
          <a:xfrm>
            <a:off x="9534817" y="4841415"/>
            <a:ext cx="772157" cy="772157"/>
          </a:xfrm>
          <a:prstGeom prst="rect">
            <a:avLst/>
          </a:prstGeom>
          <a:noFill/>
          <a:ln>
            <a:noFill/>
          </a:ln>
        </p:spPr>
      </p:pic>
      <p:pic>
        <p:nvPicPr>
          <p:cNvPr descr="Puppy" id="65" name="Google Shape;65;p5"/>
          <p:cNvPicPr preferRelativeResize="0"/>
          <p:nvPr/>
        </p:nvPicPr>
        <p:blipFill rotWithShape="1">
          <a:blip r:embed="rId4">
            <a:alphaModFix/>
          </a:blip>
          <a:srcRect b="0" l="0" r="0" t="0"/>
          <a:stretch/>
        </p:blipFill>
        <p:spPr>
          <a:xfrm>
            <a:off x="7615842" y="4902802"/>
            <a:ext cx="772157" cy="772157"/>
          </a:xfrm>
          <a:prstGeom prst="rect">
            <a:avLst/>
          </a:prstGeom>
          <a:noFill/>
          <a:ln>
            <a:noFill/>
          </a:ln>
        </p:spPr>
      </p:pic>
      <p:pic>
        <p:nvPicPr>
          <p:cNvPr descr="Puppy 2" id="66" name="Google Shape;66;p5"/>
          <p:cNvPicPr preferRelativeResize="0"/>
          <p:nvPr/>
        </p:nvPicPr>
        <p:blipFill rotWithShape="1">
          <a:blip r:embed="rId5">
            <a:alphaModFix/>
          </a:blip>
          <a:srcRect b="0" l="0" r="0" t="0"/>
          <a:stretch/>
        </p:blipFill>
        <p:spPr>
          <a:xfrm>
            <a:off x="5800261" y="4902802"/>
            <a:ext cx="742582" cy="742582"/>
          </a:xfrm>
          <a:prstGeom prst="rect">
            <a:avLst/>
          </a:prstGeom>
          <a:noFill/>
          <a:ln>
            <a:noFill/>
          </a:ln>
        </p:spPr>
      </p:pic>
      <p:sp xmlns:p="http://schemas.openxmlformats.org/presentationml/2006/main" xmlns:a="http://schemas.openxmlformats.org/drawingml/2006/main">
        <p:nvSpPr>
          <p:cNvPr id="67"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0" name="Shape 70"/>
        <p:cNvGrpSpPr/>
        <p:nvPr/>
      </p:nvGrpSpPr>
      <p:grpSpPr>
        <a:xfrm>
          <a:off x="0" y="0"/>
          <a:ext cx="0" cy="0"/>
          <a:chOff x="0" y="0"/>
          <a:chExt cx="0" cy="0"/>
        </a:xfrm>
      </p:grpSpPr>
      <p:sp>
        <p:nvSpPr>
          <p:cNvPr id="71" name="Google Shape;71;p6"/>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zh-CN" sz="3600" u="none" cap="none" strike="noStrike">
                <a:solidFill>
                  <a:srgbClr val="000000"/>
                </a:solidFill>
                <a:latin typeface="Noto Sans SC"/>
                <a:ea typeface="Noto Sans SC"/>
                <a:cs typeface="Open Sans"/>
                <a:sym typeface="Open Sans"/>
              </a:rPr>
              <a:t>数据增强</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7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75" name="Shape 75"/>
        <p:cNvGrpSpPr/>
        <p:nvPr/>
      </p:nvGrpSpPr>
      <p:grpSpPr>
        <a:xfrm>
          <a:off x="0" y="0"/>
          <a:ext cx="0" cy="0"/>
          <a:chOff x="0" y="0"/>
          <a:chExt cx="0" cy="0"/>
        </a:xfrm>
      </p:grpSpPr>
      <p:sp>
        <p:nvSpPr>
          <p:cNvPr id="76" name="Google Shape;76;p7"/>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数据增强</a:t>
            </a:r>
            <a:endParaRPr b="1" i="0" sz="36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77" name="Google Shape;77;p7"/>
          <p:cNvPicPr preferRelativeResize="0"/>
          <p:nvPr/>
        </p:nvPicPr>
        <p:blipFill rotWithShape="1">
          <a:blip r:embed="rId3">
            <a:alphaModFix/>
          </a:blip>
          <a:srcRect b="0" l="0" r="0" t="0"/>
          <a:stretch/>
        </p:blipFill>
        <p:spPr>
          <a:xfrm>
            <a:off x="741673" y="1598339"/>
            <a:ext cx="4797148" cy="3616899"/>
          </a:xfrm>
          <a:prstGeom prst="rect">
            <a:avLst/>
          </a:prstGeom>
          <a:noFill/>
          <a:ln>
            <a:noFill/>
          </a:ln>
          <a:effectLst>
            <a:outerShdw blurRad="50800" rotWithShape="0" algn="tr" dir="8100000" dist="38100">
              <a:srgbClr val="000000">
                <a:alpha val="40000"/>
              </a:srgbClr>
            </a:outerShdw>
          </a:effectLst>
        </p:spPr>
      </p:pic>
      <p:pic>
        <p:nvPicPr>
          <p:cNvPr id="78" name="Google Shape;78;p7"/>
          <p:cNvPicPr preferRelativeResize="0"/>
          <p:nvPr/>
        </p:nvPicPr>
        <p:blipFill rotWithShape="1">
          <a:blip r:embed="rId4">
            <a:alphaModFix/>
          </a:blip>
          <a:srcRect b="0" l="0" r="0" t="0"/>
          <a:stretch/>
        </p:blipFill>
        <p:spPr>
          <a:xfrm>
            <a:off x="5609210" y="1598341"/>
            <a:ext cx="4797148" cy="3616897"/>
          </a:xfrm>
          <a:prstGeom prst="rect">
            <a:avLst/>
          </a:prstGeom>
          <a:noFill/>
          <a:ln>
            <a:noFill/>
          </a:ln>
          <a:effectLst>
            <a:outerShdw blurRad="50800" rotWithShape="0" algn="tr" dir="8100000" dist="38100">
              <a:srgbClr val="000000">
                <a:alpha val="40000"/>
              </a:srgbClr>
            </a:outerShdw>
          </a:effectLst>
        </p:spPr>
      </p:pic>
      <p:sp xmlns:p="http://schemas.openxmlformats.org/presentationml/2006/main" xmlns:a="http://schemas.openxmlformats.org/drawingml/2006/main">
        <p:nvSpPr>
          <p:cNvPr id="7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82" name="Shape 82"/>
        <p:cNvGrpSpPr/>
        <p:nvPr/>
      </p:nvGrpSpPr>
      <p:grpSpPr>
        <a:xfrm>
          <a:off x="0" y="0"/>
          <a:ext cx="0" cy="0"/>
          <a:chOff x="0" y="0"/>
          <a:chExt cx="0" cy="0"/>
        </a:xfrm>
      </p:grpSpPr>
      <p:sp>
        <p:nvSpPr>
          <p:cNvPr id="83" name="Google Shape;83;p8"/>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图像翻转</a:t>
            </a:r>
            <a:endParaRPr b="1" i="0" sz="36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84" name="Google Shape;84;p8"/>
          <p:cNvPicPr preferRelativeResize="0"/>
          <p:nvPr/>
        </p:nvPicPr>
        <p:blipFill rotWithShape="1">
          <a:blip r:embed="rId3">
            <a:alphaModFix/>
          </a:blip>
          <a:srcRect b="0" l="0" r="0" t="0"/>
          <a:stretch/>
        </p:blipFill>
        <p:spPr>
          <a:xfrm>
            <a:off x="2898080" y="1959064"/>
            <a:ext cx="3290359" cy="1805341"/>
          </a:xfrm>
          <a:prstGeom prst="rect">
            <a:avLst/>
          </a:prstGeom>
          <a:noFill/>
          <a:ln>
            <a:noFill/>
          </a:ln>
        </p:spPr>
      </p:pic>
      <p:pic>
        <p:nvPicPr>
          <p:cNvPr descr="A picture containing table, indoor, sitting, small  Description automatically generated" id="85" name="Google Shape;85;p8"/>
          <p:cNvPicPr preferRelativeResize="0"/>
          <p:nvPr/>
        </p:nvPicPr>
        <p:blipFill rotWithShape="1">
          <a:blip r:embed="rId3">
            <a:alphaModFix/>
          </a:blip>
          <a:srcRect b="0" l="0" r="0" t="0"/>
          <a:stretch/>
        </p:blipFill>
        <p:spPr>
          <a:xfrm flipH="1">
            <a:off x="6363305" y="1959064"/>
            <a:ext cx="3290359" cy="1805341"/>
          </a:xfrm>
          <a:prstGeom prst="rect">
            <a:avLst/>
          </a:prstGeom>
          <a:noFill/>
          <a:ln>
            <a:noFill/>
          </a:ln>
        </p:spPr>
      </p:pic>
      <p:pic>
        <p:nvPicPr>
          <p:cNvPr descr="A picture containing table, indoor, sitting, small  Description automatically generated" id="86" name="Google Shape;86;p8"/>
          <p:cNvPicPr preferRelativeResize="0"/>
          <p:nvPr/>
        </p:nvPicPr>
        <p:blipFill rotWithShape="1">
          <a:blip r:embed="rId3">
            <a:alphaModFix/>
          </a:blip>
          <a:srcRect b="0" l="0" r="0" t="0"/>
          <a:stretch/>
        </p:blipFill>
        <p:spPr>
          <a:xfrm flipH="1" rot="10800000">
            <a:off x="2898081" y="3937764"/>
            <a:ext cx="3290359" cy="1805341"/>
          </a:xfrm>
          <a:prstGeom prst="rect">
            <a:avLst/>
          </a:prstGeom>
          <a:noFill/>
          <a:ln>
            <a:noFill/>
          </a:ln>
        </p:spPr>
      </p:pic>
      <p:pic>
        <p:nvPicPr>
          <p:cNvPr descr="A picture containing table, indoor, sitting, small  Description automatically generated" id="87" name="Google Shape;87;p8"/>
          <p:cNvPicPr preferRelativeResize="0"/>
          <p:nvPr/>
        </p:nvPicPr>
        <p:blipFill rotWithShape="1">
          <a:blip r:embed="rId3">
            <a:alphaModFix/>
          </a:blip>
          <a:srcRect b="0" l="0" r="0" t="0"/>
          <a:stretch/>
        </p:blipFill>
        <p:spPr>
          <a:xfrm rot="10800000">
            <a:off x="6363305" y="3937764"/>
            <a:ext cx="3290359" cy="1805341"/>
          </a:xfrm>
          <a:prstGeom prst="rect">
            <a:avLst/>
          </a:prstGeom>
          <a:noFill/>
          <a:ln>
            <a:noFill/>
          </a:ln>
        </p:spPr>
      </p:pic>
      <p:sp>
        <p:nvSpPr>
          <p:cNvPr id="88" name="Google Shape;88;p8"/>
          <p:cNvSpPr/>
          <p:nvPr/>
        </p:nvSpPr>
        <p:spPr>
          <a:xfrm>
            <a:off x="6949524" y="1090438"/>
            <a:ext cx="2117919" cy="670156"/>
          </a:xfrm>
          <a:prstGeom prst="rect">
            <a:avLst/>
          </a:prstGeom>
          <a:gradFill>
            <a:gsLst>
              <a:gs pos="0">
                <a:srgbClr val="143E90"/>
              </a:gs>
              <a:gs pos="50000">
                <a:srgbClr val="1E5BD0"/>
              </a:gs>
              <a:gs pos="100000">
                <a:srgbClr val="256DF9"/>
              </a:gs>
            </a:gsLst>
            <a:lin ang="10800000" scaled="0"/>
          </a:gra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zh-CN" sz="2000" u="none" cap="none" strike="noStrike">
                <a:solidFill>
                  <a:schemeClr val="lt1"/>
                </a:solidFill>
                <a:latin typeface="Noto Sans SC"/>
                <a:ea typeface="Noto Sans SC"/>
                <a:cs typeface="Open Sans"/>
                <a:sym typeface="Open Sans"/>
              </a:rPr>
              <a:t>水平翻转</a:t>
            </a:r>
            <a:endParaRPr b="0" i="0" sz="1400" u="none" cap="none" strike="noStrike">
              <a:solidFill>
                <a:srgbClr val="000000"/>
              </a:solidFill>
              <a:latin typeface="Open Sans"/>
              <a:ea typeface="Noto Sans SC"/>
              <a:cs typeface="Open Sans"/>
              <a:sym typeface="Open Sans"/>
            </a:endParaRPr>
          </a:p>
        </p:txBody>
      </p:sp>
      <p:sp>
        <p:nvSpPr>
          <p:cNvPr id="89" name="Google Shape;89;p8"/>
          <p:cNvSpPr/>
          <p:nvPr/>
        </p:nvSpPr>
        <p:spPr>
          <a:xfrm>
            <a:off x="498348" y="4505356"/>
            <a:ext cx="2117919" cy="670156"/>
          </a:xfrm>
          <a:prstGeom prst="rect">
            <a:avLst/>
          </a:prstGeom>
          <a:gradFill>
            <a:gsLst>
              <a:gs pos="0">
                <a:srgbClr val="143E90"/>
              </a:gs>
              <a:gs pos="50000">
                <a:srgbClr val="1E5BD0"/>
              </a:gs>
              <a:gs pos="100000">
                <a:srgbClr val="256DF9"/>
              </a:gs>
            </a:gsLst>
            <a:lin ang="16200000" scaled="0"/>
          </a:gradFill>
          <a:ln cap="flat" cmpd="sng" w="28575">
            <a:solidFill>
              <a:schemeClr val="dk2"/>
            </a:solidFill>
            <a:prstDash val="solid"/>
            <a:round/>
            <a:headEnd len="sm" w="sm" type="none"/>
            <a:tailEnd len="sm" w="sm" type="none"/>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Open Sans"/>
              <a:buNone/>
            </a:pPr>
            <a:r>
              <a:rPr b="1" i="0" lang="zh-CN" sz="2000" u="none" cap="none" strike="noStrike">
                <a:solidFill>
                  <a:schemeClr val="lt1"/>
                </a:solidFill>
                <a:latin typeface="Noto Sans SC"/>
                <a:ea typeface="Noto Sans SC"/>
                <a:cs typeface="Open Sans"/>
                <a:sym typeface="Open Sans"/>
              </a:rPr>
              <a:t>垂直翻转</a:t>
            </a:r>
            <a:endParaRPr b="0" i="0" sz="14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90"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93" name="Shape 93"/>
        <p:cNvGrpSpPr/>
        <p:nvPr/>
      </p:nvGrpSpPr>
      <p:grpSpPr>
        <a:xfrm>
          <a:off x="0" y="0"/>
          <a:ext cx="0" cy="0"/>
          <a:chOff x="0" y="0"/>
          <a:chExt cx="0" cy="0"/>
        </a:xfrm>
      </p:grpSpPr>
      <p:sp>
        <p:nvSpPr>
          <p:cNvPr id="94" name="Google Shape;94;p9"/>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旋转</a:t>
            </a:r>
            <a:endParaRPr b="1" i="0" sz="3600" u="none" cap="none" strike="noStrike">
              <a:solidFill>
                <a:schemeClr val="dk2"/>
              </a:solidFill>
              <a:latin typeface="Open Sans"/>
              <a:ea typeface="Noto Sans SC"/>
              <a:cs typeface="Open Sans"/>
              <a:sym typeface="Open Sans"/>
            </a:endParaRPr>
          </a:p>
        </p:txBody>
      </p:sp>
      <p:grpSp>
        <p:nvGrpSpPr>
          <p:cNvPr id="95" name="Google Shape;95;p9"/>
          <p:cNvGrpSpPr/>
          <p:nvPr/>
        </p:nvGrpSpPr>
        <p:grpSpPr>
          <a:xfrm>
            <a:off x="3745149" y="139890"/>
            <a:ext cx="6127789" cy="5892419"/>
            <a:chOff x="3745149" y="139890"/>
            <a:chExt cx="6127789" cy="5892419"/>
          </a:xfrm>
        </p:grpSpPr>
        <p:pic>
          <p:nvPicPr>
            <p:cNvPr descr="A picture containing table, indoor, sitting, small  Description automatically generated" id="96" name="Google Shape;96;p9"/>
            <p:cNvPicPr preferRelativeResize="0"/>
            <p:nvPr/>
          </p:nvPicPr>
          <p:blipFill rotWithShape="1">
            <a:blip r:embed="rId3">
              <a:alphaModFix/>
            </a:blip>
            <a:srcRect b="0" l="0" r="0" t="0"/>
            <a:stretch/>
          </p:blipFill>
          <p:spPr>
            <a:xfrm>
              <a:off x="3745149" y="2683378"/>
              <a:ext cx="2023354" cy="741663"/>
            </a:xfrm>
            <a:prstGeom prst="rect">
              <a:avLst/>
            </a:prstGeom>
            <a:noFill/>
            <a:ln>
              <a:noFill/>
            </a:ln>
          </p:spPr>
        </p:pic>
        <p:sp>
          <p:nvSpPr>
            <p:cNvPr id="97" name="Google Shape;97;p9"/>
            <p:cNvSpPr txBox="1"/>
            <p:nvPr/>
          </p:nvSpPr>
          <p:spPr>
            <a:xfrm>
              <a:off x="5954163" y="2883414"/>
              <a:ext cx="394660" cy="3415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zh-CN" sz="1800" u="none" cap="none" strike="noStrike">
                  <a:solidFill>
                    <a:schemeClr val="dk2"/>
                  </a:solidFill>
                  <a:latin typeface="Open Sans"/>
                  <a:ea typeface="Noto Sans SC"/>
                  <a:cs typeface="Open Sans"/>
                  <a:sym typeface="Open Sans"/>
                </a:rPr>
                <a:t>0⁰</a:t>
              </a:r>
              <a:endParaRPr b="0" i="0" sz="18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98" name="Google Shape;98;p9"/>
            <p:cNvPicPr preferRelativeResize="0"/>
            <p:nvPr/>
          </p:nvPicPr>
          <p:blipFill rotWithShape="1">
            <a:blip r:embed="rId3">
              <a:alphaModFix/>
            </a:blip>
            <a:srcRect b="0" l="0" r="0" t="0"/>
            <a:stretch/>
          </p:blipFill>
          <p:spPr>
            <a:xfrm rot="2700000">
              <a:off x="4430351" y="1277365"/>
              <a:ext cx="1944697" cy="771661"/>
            </a:xfrm>
            <a:prstGeom prst="rect">
              <a:avLst/>
            </a:prstGeom>
            <a:noFill/>
            <a:ln>
              <a:noFill/>
            </a:ln>
          </p:spPr>
        </p:pic>
        <p:sp>
          <p:nvSpPr>
            <p:cNvPr id="99" name="Google Shape;99;p9"/>
            <p:cNvSpPr txBox="1"/>
            <p:nvPr/>
          </p:nvSpPr>
          <p:spPr>
            <a:xfrm rot="2700000">
              <a:off x="6058826" y="2461059"/>
              <a:ext cx="516488" cy="3415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zh-CN" sz="1800" u="none" cap="none" strike="noStrike">
                  <a:solidFill>
                    <a:schemeClr val="dk2"/>
                  </a:solidFill>
                  <a:latin typeface="Open Sans"/>
                  <a:ea typeface="Noto Sans SC"/>
                  <a:cs typeface="Open Sans"/>
                  <a:sym typeface="Open Sans"/>
                </a:rPr>
                <a:t>45⁰</a:t>
              </a:r>
              <a:endParaRPr b="0" i="0" sz="18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100" name="Google Shape;100;p9"/>
            <p:cNvPicPr preferRelativeResize="0"/>
            <p:nvPr/>
          </p:nvPicPr>
          <p:blipFill rotWithShape="1">
            <a:blip r:embed="rId3">
              <a:alphaModFix/>
            </a:blip>
            <a:srcRect b="0" l="0" r="0" t="0"/>
            <a:stretch/>
          </p:blipFill>
          <p:spPr>
            <a:xfrm rot="5400000">
              <a:off x="5883271" y="726408"/>
              <a:ext cx="1944698" cy="771661"/>
            </a:xfrm>
            <a:prstGeom prst="rect">
              <a:avLst/>
            </a:prstGeom>
            <a:noFill/>
            <a:ln>
              <a:noFill/>
            </a:ln>
          </p:spPr>
        </p:pic>
        <p:sp>
          <p:nvSpPr>
            <p:cNvPr id="101" name="Google Shape;101;p9"/>
            <p:cNvSpPr txBox="1"/>
            <p:nvPr/>
          </p:nvSpPr>
          <p:spPr>
            <a:xfrm rot="5400000">
              <a:off x="6538442" y="2273205"/>
              <a:ext cx="516488" cy="3415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zh-CN" sz="1800" u="none" cap="none" strike="noStrike">
                  <a:solidFill>
                    <a:schemeClr val="dk2"/>
                  </a:solidFill>
                  <a:latin typeface="Open Sans"/>
                  <a:ea typeface="Noto Sans SC"/>
                  <a:cs typeface="Open Sans"/>
                  <a:sym typeface="Open Sans"/>
                </a:rPr>
                <a:t>90⁰</a:t>
              </a:r>
              <a:endParaRPr b="0" i="0" sz="18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102" name="Google Shape;102;p9"/>
            <p:cNvPicPr preferRelativeResize="0"/>
            <p:nvPr/>
          </p:nvPicPr>
          <p:blipFill rotWithShape="1">
            <a:blip r:embed="rId3">
              <a:alphaModFix/>
            </a:blip>
            <a:srcRect b="0" l="0" r="0" t="0"/>
            <a:stretch/>
          </p:blipFill>
          <p:spPr>
            <a:xfrm rot="8100000">
              <a:off x="7276342" y="1343596"/>
              <a:ext cx="2023354" cy="741663"/>
            </a:xfrm>
            <a:prstGeom prst="rect">
              <a:avLst/>
            </a:prstGeom>
            <a:noFill/>
            <a:ln>
              <a:noFill/>
            </a:ln>
          </p:spPr>
        </p:pic>
        <p:sp>
          <p:nvSpPr>
            <p:cNvPr id="103" name="Google Shape;103;p9"/>
            <p:cNvSpPr txBox="1"/>
            <p:nvPr/>
          </p:nvSpPr>
          <p:spPr>
            <a:xfrm rot="8100000">
              <a:off x="6985878" y="2412465"/>
              <a:ext cx="638315" cy="3415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zh-CN" sz="1800" u="none" cap="none" strike="noStrike">
                  <a:solidFill>
                    <a:schemeClr val="dk2"/>
                  </a:solidFill>
                  <a:latin typeface="Open Sans"/>
                  <a:ea typeface="Noto Sans SC"/>
                  <a:cs typeface="Open Sans"/>
                  <a:sym typeface="Open Sans"/>
                </a:rPr>
                <a:t>135⁰</a:t>
              </a:r>
              <a:endParaRPr b="0" i="0" sz="18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104" name="Google Shape;104;p9"/>
            <p:cNvPicPr preferRelativeResize="0"/>
            <p:nvPr/>
          </p:nvPicPr>
          <p:blipFill rotWithShape="1">
            <a:blip r:embed="rId3">
              <a:alphaModFix/>
            </a:blip>
            <a:srcRect b="0" l="0" r="0" t="0"/>
            <a:stretch/>
          </p:blipFill>
          <p:spPr>
            <a:xfrm rot="10800000">
              <a:off x="7849584" y="2758611"/>
              <a:ext cx="2023354" cy="741663"/>
            </a:xfrm>
            <a:prstGeom prst="rect">
              <a:avLst/>
            </a:prstGeom>
            <a:noFill/>
            <a:ln>
              <a:noFill/>
            </a:ln>
          </p:spPr>
        </p:pic>
        <p:sp>
          <p:nvSpPr>
            <p:cNvPr id="105" name="Google Shape;105;p9"/>
            <p:cNvSpPr txBox="1"/>
            <p:nvPr/>
          </p:nvSpPr>
          <p:spPr>
            <a:xfrm rot="10800000">
              <a:off x="7186308" y="2879794"/>
              <a:ext cx="638315" cy="3415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zh-CN" sz="1800" u="none" cap="none" strike="noStrike">
                  <a:solidFill>
                    <a:schemeClr val="dk2"/>
                  </a:solidFill>
                  <a:latin typeface="Open Sans"/>
                  <a:ea typeface="Noto Sans SC"/>
                  <a:cs typeface="Open Sans"/>
                  <a:sym typeface="Open Sans"/>
                </a:rPr>
                <a:t>180⁰</a:t>
              </a:r>
              <a:endParaRPr b="0" i="0" sz="18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106" name="Google Shape;106;p9"/>
            <p:cNvPicPr preferRelativeResize="0"/>
            <p:nvPr/>
          </p:nvPicPr>
          <p:blipFill rotWithShape="1">
            <a:blip r:embed="rId3">
              <a:alphaModFix/>
            </a:blip>
            <a:srcRect b="0" l="0" r="0" t="0"/>
            <a:stretch/>
          </p:blipFill>
          <p:spPr>
            <a:xfrm rot="-8100000">
              <a:off x="7242675" y="4123170"/>
              <a:ext cx="1944698" cy="771661"/>
            </a:xfrm>
            <a:prstGeom prst="rect">
              <a:avLst/>
            </a:prstGeom>
            <a:noFill/>
            <a:ln>
              <a:noFill/>
            </a:ln>
          </p:spPr>
        </p:pic>
        <p:sp>
          <p:nvSpPr>
            <p:cNvPr id="107" name="Google Shape;107;p9"/>
            <p:cNvSpPr txBox="1"/>
            <p:nvPr/>
          </p:nvSpPr>
          <p:spPr>
            <a:xfrm rot="-8100000">
              <a:off x="6999042" y="3369930"/>
              <a:ext cx="638316" cy="3415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zh-CN" sz="1800" u="none" cap="none" strike="noStrike">
                  <a:solidFill>
                    <a:schemeClr val="dk2"/>
                  </a:solidFill>
                  <a:latin typeface="Open Sans"/>
                  <a:ea typeface="Noto Sans SC"/>
                  <a:cs typeface="Open Sans"/>
                  <a:sym typeface="Open Sans"/>
                </a:rPr>
                <a:t>225⁰</a:t>
              </a:r>
              <a:endParaRPr b="0" i="0" sz="18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108" name="Google Shape;108;p9"/>
            <p:cNvPicPr preferRelativeResize="0"/>
            <p:nvPr/>
          </p:nvPicPr>
          <p:blipFill rotWithShape="1">
            <a:blip r:embed="rId3">
              <a:alphaModFix/>
            </a:blip>
            <a:srcRect b="0" l="0" r="0" t="0"/>
            <a:stretch/>
          </p:blipFill>
          <p:spPr>
            <a:xfrm rot="-5400000">
              <a:off x="5790120" y="4674129"/>
              <a:ext cx="1944698" cy="771661"/>
            </a:xfrm>
            <a:prstGeom prst="rect">
              <a:avLst/>
            </a:prstGeom>
            <a:noFill/>
            <a:ln>
              <a:noFill/>
            </a:ln>
          </p:spPr>
        </p:pic>
        <p:sp>
          <p:nvSpPr>
            <p:cNvPr id="109" name="Google Shape;109;p9"/>
            <p:cNvSpPr txBox="1"/>
            <p:nvPr/>
          </p:nvSpPr>
          <p:spPr>
            <a:xfrm rot="-5400000">
              <a:off x="6483548" y="3546809"/>
              <a:ext cx="638316" cy="3415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zh-CN" sz="1800" u="none" cap="none" strike="noStrike">
                  <a:solidFill>
                    <a:schemeClr val="dk2"/>
                  </a:solidFill>
                  <a:latin typeface="Open Sans"/>
                  <a:ea typeface="Noto Sans SC"/>
                  <a:cs typeface="Open Sans"/>
                  <a:sym typeface="Open Sans"/>
                </a:rPr>
                <a:t>270⁰</a:t>
              </a:r>
              <a:endParaRPr b="0" i="0" sz="18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110" name="Google Shape;110;p9"/>
            <p:cNvPicPr preferRelativeResize="0"/>
            <p:nvPr/>
          </p:nvPicPr>
          <p:blipFill rotWithShape="1">
            <a:blip r:embed="rId3">
              <a:alphaModFix/>
            </a:blip>
            <a:srcRect b="0" l="0" r="0" t="0"/>
            <a:stretch/>
          </p:blipFill>
          <p:spPr>
            <a:xfrm rot="-2700000">
              <a:off x="4318391" y="4086937"/>
              <a:ext cx="2023354" cy="741663"/>
            </a:xfrm>
            <a:prstGeom prst="rect">
              <a:avLst/>
            </a:prstGeom>
            <a:noFill/>
            <a:ln>
              <a:noFill/>
            </a:ln>
          </p:spPr>
        </p:pic>
        <p:sp>
          <p:nvSpPr>
            <p:cNvPr id="111" name="Google Shape;111;p9"/>
            <p:cNvSpPr txBox="1"/>
            <p:nvPr/>
          </p:nvSpPr>
          <p:spPr>
            <a:xfrm rot="-2700000">
              <a:off x="5977637" y="3348806"/>
              <a:ext cx="638315" cy="3415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800"/>
                <a:buFont typeface="Open Sans"/>
                <a:buNone/>
              </a:pPr>
              <a:r>
                <a:rPr b="0" i="0" lang="zh-CN" sz="1800" u="none" cap="none" strike="noStrike">
                  <a:solidFill>
                    <a:schemeClr val="dk2"/>
                  </a:solidFill>
                  <a:latin typeface="Open Sans"/>
                  <a:ea typeface="Noto Sans SC"/>
                  <a:cs typeface="Open Sans"/>
                  <a:sym typeface="Open Sans"/>
                </a:rPr>
                <a:t>315⁰</a:t>
              </a:r>
              <a:endParaRPr b="0" i="0" sz="1800" u="none" cap="none" strike="noStrike">
                <a:solidFill>
                  <a:schemeClr val="dk2"/>
                </a:solidFill>
                <a:latin typeface="Open Sans"/>
                <a:ea typeface="Noto Sans SC"/>
                <a:cs typeface="Open Sans"/>
                <a:sym typeface="Open Sans"/>
              </a:endParaRPr>
            </a:p>
          </p:txBody>
        </p:sp>
      </p:grpSp>
      <p:sp xmlns:p="http://schemas.openxmlformats.org/presentationml/2006/main" xmlns:a="http://schemas.openxmlformats.org/drawingml/2006/main">
        <p:nvSpPr>
          <p:cNvPr id="112"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15" name="Shape 115"/>
        <p:cNvGrpSpPr/>
        <p:nvPr/>
      </p:nvGrpSpPr>
      <p:grpSpPr>
        <a:xfrm>
          <a:off x="0" y="0"/>
          <a:ext cx="0" cy="0"/>
          <a:chOff x="0" y="0"/>
          <a:chExt cx="0" cy="0"/>
        </a:xfrm>
      </p:grpSpPr>
      <p:sp>
        <p:nvSpPr>
          <p:cNvPr id="116" name="Google Shape;116;p10"/>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缩放</a:t>
            </a:r>
            <a:endParaRPr b="1" i="0" sz="36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117" name="Google Shape;117;p10"/>
          <p:cNvPicPr preferRelativeResize="0"/>
          <p:nvPr/>
        </p:nvPicPr>
        <p:blipFill rotWithShape="1">
          <a:blip r:embed="rId3">
            <a:alphaModFix/>
          </a:blip>
          <a:srcRect b="0" l="0" r="0" t="0"/>
          <a:stretch/>
        </p:blipFill>
        <p:spPr>
          <a:xfrm>
            <a:off x="624940" y="1598339"/>
            <a:ext cx="2205809" cy="1663111"/>
          </a:xfrm>
          <a:prstGeom prst="rect">
            <a:avLst/>
          </a:prstGeom>
          <a:noFill/>
          <a:ln>
            <a:noFill/>
          </a:ln>
        </p:spPr>
      </p:pic>
      <p:pic>
        <p:nvPicPr>
          <p:cNvPr descr="A picture containing table, indoor, sitting, small  Description automatically generated" id="118" name="Google Shape;118;p10"/>
          <p:cNvPicPr preferRelativeResize="0"/>
          <p:nvPr/>
        </p:nvPicPr>
        <p:blipFill rotWithShape="1">
          <a:blip r:embed="rId4">
            <a:alphaModFix/>
          </a:blip>
          <a:srcRect b="0" l="0" r="0" t="0"/>
          <a:stretch/>
        </p:blipFill>
        <p:spPr>
          <a:xfrm>
            <a:off x="5670352" y="1598339"/>
            <a:ext cx="2205809" cy="1663111"/>
          </a:xfrm>
          <a:prstGeom prst="rect">
            <a:avLst/>
          </a:prstGeom>
          <a:noFill/>
          <a:ln>
            <a:noFill/>
          </a:ln>
        </p:spPr>
      </p:pic>
      <p:pic>
        <p:nvPicPr>
          <p:cNvPr descr="A picture containing table, indoor, sitting, small  Description automatically generated" id="119" name="Google Shape;119;p10"/>
          <p:cNvPicPr preferRelativeResize="0"/>
          <p:nvPr/>
        </p:nvPicPr>
        <p:blipFill rotWithShape="1">
          <a:blip r:embed="rId5">
            <a:alphaModFix/>
          </a:blip>
          <a:srcRect b="0" l="0" r="0" t="0"/>
          <a:stretch/>
        </p:blipFill>
        <p:spPr>
          <a:xfrm>
            <a:off x="3147646" y="1598339"/>
            <a:ext cx="2205809" cy="1663111"/>
          </a:xfrm>
          <a:prstGeom prst="rect">
            <a:avLst/>
          </a:prstGeom>
          <a:noFill/>
          <a:ln>
            <a:noFill/>
          </a:ln>
        </p:spPr>
      </p:pic>
      <p:pic>
        <p:nvPicPr>
          <p:cNvPr descr="A picture containing table, indoor, sitting, small  Description automatically generated" id="120" name="Google Shape;120;p10"/>
          <p:cNvPicPr preferRelativeResize="0"/>
          <p:nvPr/>
        </p:nvPicPr>
        <p:blipFill rotWithShape="1">
          <a:blip r:embed="rId6">
            <a:alphaModFix/>
          </a:blip>
          <a:srcRect b="0" l="0" r="0" t="0"/>
          <a:stretch/>
        </p:blipFill>
        <p:spPr>
          <a:xfrm>
            <a:off x="8193058" y="1598339"/>
            <a:ext cx="2205809" cy="1663111"/>
          </a:xfrm>
          <a:prstGeom prst="rect">
            <a:avLst/>
          </a:prstGeom>
          <a:noFill/>
          <a:ln>
            <a:noFill/>
          </a:ln>
        </p:spPr>
      </p:pic>
      <p:pic>
        <p:nvPicPr>
          <p:cNvPr descr="A picture containing table, indoor, sitting, small  Description automatically generated" id="121" name="Google Shape;121;p10"/>
          <p:cNvPicPr preferRelativeResize="0"/>
          <p:nvPr/>
        </p:nvPicPr>
        <p:blipFill rotWithShape="1">
          <a:blip r:embed="rId7">
            <a:alphaModFix/>
          </a:blip>
          <a:srcRect b="0" l="0" r="0" t="0"/>
          <a:stretch/>
        </p:blipFill>
        <p:spPr>
          <a:xfrm>
            <a:off x="624939" y="3607632"/>
            <a:ext cx="2205809" cy="1663111"/>
          </a:xfrm>
          <a:prstGeom prst="rect">
            <a:avLst/>
          </a:prstGeom>
          <a:noFill/>
          <a:ln>
            <a:noFill/>
          </a:ln>
        </p:spPr>
      </p:pic>
      <p:pic>
        <p:nvPicPr>
          <p:cNvPr descr="A picture containing table, indoor, sitting, small  Description automatically generated" id="122" name="Google Shape;122;p10"/>
          <p:cNvPicPr preferRelativeResize="0"/>
          <p:nvPr/>
        </p:nvPicPr>
        <p:blipFill rotWithShape="1">
          <a:blip r:embed="rId8">
            <a:alphaModFix/>
          </a:blip>
          <a:srcRect b="0" l="0" r="0" t="0"/>
          <a:stretch/>
        </p:blipFill>
        <p:spPr>
          <a:xfrm>
            <a:off x="3147645" y="3607631"/>
            <a:ext cx="2205809" cy="1663111"/>
          </a:xfrm>
          <a:prstGeom prst="rect">
            <a:avLst/>
          </a:prstGeom>
          <a:noFill/>
          <a:ln>
            <a:noFill/>
          </a:ln>
        </p:spPr>
      </p:pic>
      <p:pic>
        <p:nvPicPr>
          <p:cNvPr descr="A picture containing table, indoor, sitting, small  Description automatically generated" id="123" name="Google Shape;123;p10"/>
          <p:cNvPicPr preferRelativeResize="0"/>
          <p:nvPr/>
        </p:nvPicPr>
        <p:blipFill rotWithShape="1">
          <a:blip r:embed="rId9">
            <a:alphaModFix/>
          </a:blip>
          <a:srcRect b="0" l="0" r="0" t="0"/>
          <a:stretch/>
        </p:blipFill>
        <p:spPr>
          <a:xfrm>
            <a:off x="5670352" y="3607631"/>
            <a:ext cx="2205809" cy="1663111"/>
          </a:xfrm>
          <a:prstGeom prst="rect">
            <a:avLst/>
          </a:prstGeom>
          <a:noFill/>
          <a:ln>
            <a:noFill/>
          </a:ln>
        </p:spPr>
      </p:pic>
      <p:pic>
        <p:nvPicPr>
          <p:cNvPr descr="A picture containing table, indoor, sitting, small  Description automatically generated" id="124" name="Google Shape;124;p10"/>
          <p:cNvPicPr preferRelativeResize="0"/>
          <p:nvPr/>
        </p:nvPicPr>
        <p:blipFill rotWithShape="1">
          <a:blip r:embed="rId10">
            <a:alphaModFix/>
          </a:blip>
          <a:srcRect b="0" l="0" r="0" t="0"/>
          <a:stretch/>
        </p:blipFill>
        <p:spPr>
          <a:xfrm>
            <a:off x="8193058" y="3607631"/>
            <a:ext cx="2205809" cy="1663111"/>
          </a:xfrm>
          <a:prstGeom prst="rect">
            <a:avLst/>
          </a:prstGeom>
          <a:noFill/>
          <a:ln>
            <a:noFill/>
          </a:ln>
        </p:spPr>
      </p:pic>
      <p:sp xmlns:p="http://schemas.openxmlformats.org/presentationml/2006/main" xmlns:a="http://schemas.openxmlformats.org/drawingml/2006/main">
        <p:nvSpPr>
          <p:cNvPr id="12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28" name="Shape 128"/>
        <p:cNvGrpSpPr/>
        <p:nvPr/>
      </p:nvGrpSpPr>
      <p:grpSpPr>
        <a:xfrm>
          <a:off x="0" y="0"/>
          <a:ext cx="0" cy="0"/>
          <a:chOff x="0" y="0"/>
          <a:chExt cx="0" cy="0"/>
        </a:xfrm>
      </p:grpSpPr>
      <p:sp>
        <p:nvSpPr>
          <p:cNvPr id="129" name="Google Shape;129;p11"/>
          <p:cNvSpPr txBox="1"/>
          <p:nvPr/>
        </p:nvSpPr>
        <p:spPr>
          <a:xfrm>
            <a:off x="498348" y="733616"/>
            <a:ext cx="9976104" cy="590931"/>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宽度和高度偏移</a:t>
            </a:r>
            <a:endParaRPr b="1" i="0" sz="36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130" name="Google Shape;130;p11"/>
          <p:cNvPicPr preferRelativeResize="0"/>
          <p:nvPr/>
        </p:nvPicPr>
        <p:blipFill rotWithShape="1">
          <a:blip r:embed="rId3">
            <a:alphaModFix/>
          </a:blip>
          <a:srcRect b="45055" l="35983" r="30159" t="12337"/>
          <a:stretch/>
        </p:blipFill>
        <p:spPr>
          <a:xfrm>
            <a:off x="5686423" y="2580799"/>
            <a:ext cx="1495425" cy="1419225"/>
          </a:xfrm>
          <a:prstGeom prst="rect">
            <a:avLst/>
          </a:prstGeom>
          <a:noFill/>
          <a:ln>
            <a:noFill/>
          </a:ln>
        </p:spPr>
      </p:pic>
      <p:pic>
        <p:nvPicPr>
          <p:cNvPr descr="A picture containing table, indoor, sitting, small  Description automatically generated" id="131" name="Google Shape;131;p11"/>
          <p:cNvPicPr preferRelativeResize="0"/>
          <p:nvPr/>
        </p:nvPicPr>
        <p:blipFill rotWithShape="1">
          <a:blip r:embed="rId3">
            <a:alphaModFix/>
          </a:blip>
          <a:srcRect b="45055" l="45493" r="20649" t="12337"/>
          <a:stretch/>
        </p:blipFill>
        <p:spPr>
          <a:xfrm>
            <a:off x="8310561" y="2580798"/>
            <a:ext cx="1495425" cy="1419225"/>
          </a:xfrm>
          <a:prstGeom prst="rect">
            <a:avLst/>
          </a:prstGeom>
          <a:noFill/>
          <a:ln>
            <a:noFill/>
          </a:ln>
        </p:spPr>
      </p:pic>
      <p:pic>
        <p:nvPicPr>
          <p:cNvPr descr="A picture containing table, indoor, sitting, small  Description automatically generated" id="132" name="Google Shape;132;p11"/>
          <p:cNvPicPr preferRelativeResize="0"/>
          <p:nvPr/>
        </p:nvPicPr>
        <p:blipFill rotWithShape="1">
          <a:blip r:embed="rId3">
            <a:alphaModFix/>
          </a:blip>
          <a:srcRect b="45055" l="26861" r="39282" t="12337"/>
          <a:stretch/>
        </p:blipFill>
        <p:spPr>
          <a:xfrm>
            <a:off x="3062286" y="2580799"/>
            <a:ext cx="1495425" cy="1419225"/>
          </a:xfrm>
          <a:prstGeom prst="rect">
            <a:avLst/>
          </a:prstGeom>
          <a:noFill/>
          <a:ln>
            <a:noFill/>
          </a:ln>
        </p:spPr>
      </p:pic>
      <p:pic>
        <p:nvPicPr>
          <p:cNvPr descr="A picture containing table, indoor, sitting, small  Description automatically generated" id="133" name="Google Shape;133;p11"/>
          <p:cNvPicPr preferRelativeResize="0"/>
          <p:nvPr/>
        </p:nvPicPr>
        <p:blipFill rotWithShape="1">
          <a:blip r:embed="rId3">
            <a:alphaModFix/>
          </a:blip>
          <a:srcRect b="56148" l="35983" r="30159" t="1245"/>
          <a:stretch/>
        </p:blipFill>
        <p:spPr>
          <a:xfrm>
            <a:off x="5686423" y="661226"/>
            <a:ext cx="1495425" cy="1419225"/>
          </a:xfrm>
          <a:prstGeom prst="rect">
            <a:avLst/>
          </a:prstGeom>
          <a:noFill/>
          <a:ln>
            <a:noFill/>
          </a:ln>
        </p:spPr>
      </p:pic>
      <p:pic>
        <p:nvPicPr>
          <p:cNvPr descr="A picture containing table, indoor, sitting, small  Description automatically generated" id="134" name="Google Shape;134;p11"/>
          <p:cNvPicPr preferRelativeResize="0"/>
          <p:nvPr/>
        </p:nvPicPr>
        <p:blipFill rotWithShape="1">
          <a:blip r:embed="rId3">
            <a:alphaModFix/>
          </a:blip>
          <a:srcRect b="34187" l="35983" r="30159" t="23206"/>
          <a:stretch/>
        </p:blipFill>
        <p:spPr>
          <a:xfrm>
            <a:off x="5686423" y="4500371"/>
            <a:ext cx="1495425" cy="1419225"/>
          </a:xfrm>
          <a:prstGeom prst="rect">
            <a:avLst/>
          </a:prstGeom>
          <a:noFill/>
          <a:ln>
            <a:noFill/>
          </a:ln>
        </p:spPr>
      </p:pic>
      <p:sp xmlns:p="http://schemas.openxmlformats.org/presentationml/2006/main" xmlns:a="http://schemas.openxmlformats.org/drawingml/2006/main">
        <p:nvSpPr>
          <p:cNvPr id="135"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38" name="Shape 138"/>
        <p:cNvGrpSpPr/>
        <p:nvPr/>
      </p:nvGrpSpPr>
      <p:grpSpPr>
        <a:xfrm>
          <a:off x="0" y="0"/>
          <a:ext cx="0" cy="0"/>
          <a:chOff x="0" y="0"/>
          <a:chExt cx="0" cy="0"/>
        </a:xfrm>
      </p:grpSpPr>
      <p:sp>
        <p:nvSpPr>
          <p:cNvPr id="139" name="Google Shape;139;p12"/>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单应性变换</a:t>
            </a:r>
            <a:r>
              <a:rPr b="1" i="0" lang="zh-CN" sz="3600" u="none" cap="none" strike="noStrike">
                <a:solidFill>
                  <a:schemeClr val="dk2"/>
                </a:solidFill>
                <a:latin typeface="Open Sans"/>
                <a:ea typeface="Noto Sans SC"/>
                <a:cs typeface="Open Sans"/>
                <a:sym typeface="Open Sans"/>
              </a:rPr>
              <a:t>（HOMOGRAPHY）</a:t>
            </a:r>
            <a:endParaRPr b="1" i="0" sz="3600" u="none" cap="none" strike="noStrike">
              <a:solidFill>
                <a:schemeClr val="dk2"/>
              </a:solidFill>
              <a:latin typeface="Open Sans"/>
              <a:ea typeface="Noto Sans SC"/>
              <a:cs typeface="Open Sans"/>
              <a:sym typeface="Open Sans"/>
            </a:endParaRPr>
          </a:p>
        </p:txBody>
      </p:sp>
      <p:grpSp>
        <p:nvGrpSpPr>
          <p:cNvPr id="140" name="Google Shape;140;p12"/>
          <p:cNvGrpSpPr/>
          <p:nvPr/>
        </p:nvGrpSpPr>
        <p:grpSpPr>
          <a:xfrm>
            <a:off x="1755326" y="1588135"/>
            <a:ext cx="8073332" cy="3317700"/>
            <a:chOff x="2029646" y="866775"/>
            <a:chExt cx="8073332" cy="3317700"/>
          </a:xfrm>
        </p:grpSpPr>
        <p:cxnSp>
          <p:nvCxnSpPr>
            <p:cNvPr id="141" name="Google Shape;141;p12"/>
            <p:cNvCxnSpPr/>
            <p:nvPr/>
          </p:nvCxnSpPr>
          <p:spPr>
            <a:xfrm flipH="1">
              <a:off x="2496457" y="2446091"/>
              <a:ext cx="4780644" cy="1387722"/>
            </a:xfrm>
            <a:prstGeom prst="straightConnector1">
              <a:avLst/>
            </a:prstGeom>
            <a:noFill/>
            <a:ln cap="flat" cmpd="sng" w="19050">
              <a:solidFill>
                <a:schemeClr val="accent4"/>
              </a:solidFill>
              <a:prstDash val="solid"/>
              <a:round/>
              <a:headEnd len="sm" w="sm" type="none"/>
              <a:tailEnd len="sm" w="sm" type="none"/>
            </a:ln>
          </p:spPr>
        </p:cxnSp>
        <p:pic>
          <p:nvPicPr>
            <p:cNvPr descr="A picture containing table, indoor, sitting, small  Description automatically generated" id="142" name="Google Shape;142;p12"/>
            <p:cNvPicPr preferRelativeResize="0"/>
            <p:nvPr/>
          </p:nvPicPr>
          <p:blipFill rotWithShape="1">
            <a:blip r:embed="rId3">
              <a:alphaModFix/>
            </a:blip>
            <a:srcRect b="0" l="0" r="0" t="0"/>
            <a:stretch/>
          </p:blipFill>
          <p:spPr>
            <a:xfrm>
              <a:off x="5044876" y="2114550"/>
              <a:ext cx="2015971" cy="1106115"/>
            </a:xfrm>
            <a:prstGeom prst="rect">
              <a:avLst/>
            </a:prstGeom>
            <a:noFill/>
            <a:ln>
              <a:noFill/>
            </a:ln>
          </p:spPr>
        </p:pic>
        <p:pic>
          <p:nvPicPr>
            <p:cNvPr descr="A picture containing table, indoor, sitting, small  Description automatically generated" id="143" name="Google Shape;143;p12"/>
            <p:cNvPicPr preferRelativeResize="0"/>
            <p:nvPr/>
          </p:nvPicPr>
          <p:blipFill rotWithShape="1">
            <a:blip r:embed="rId3">
              <a:alphaModFix/>
            </a:blip>
            <a:srcRect b="0" l="0" r="0" t="0"/>
            <a:stretch/>
          </p:blipFill>
          <p:spPr>
            <a:xfrm>
              <a:off x="6812618" y="956691"/>
              <a:ext cx="3290359" cy="1805341"/>
            </a:xfrm>
            <a:prstGeom prst="rect">
              <a:avLst/>
            </a:prstGeom>
            <a:noFill/>
            <a:ln>
              <a:noFill/>
            </a:ln>
          </p:spPr>
        </p:pic>
        <p:cxnSp>
          <p:nvCxnSpPr>
            <p:cNvPr id="144" name="Google Shape;144;p12"/>
            <p:cNvCxnSpPr/>
            <p:nvPr/>
          </p:nvCxnSpPr>
          <p:spPr>
            <a:xfrm flipH="1">
              <a:off x="2406704" y="866775"/>
              <a:ext cx="4870397" cy="2928938"/>
            </a:xfrm>
            <a:prstGeom prst="straightConnector1">
              <a:avLst/>
            </a:prstGeom>
            <a:noFill/>
            <a:ln cap="flat" cmpd="sng" w="19050">
              <a:solidFill>
                <a:schemeClr val="accent4"/>
              </a:solidFill>
              <a:prstDash val="solid"/>
              <a:round/>
              <a:headEnd len="sm" w="sm" type="none"/>
              <a:tailEnd len="sm" w="sm" type="none"/>
            </a:ln>
          </p:spPr>
        </p:cxnSp>
        <p:cxnSp>
          <p:nvCxnSpPr>
            <p:cNvPr id="145" name="Google Shape;145;p12"/>
            <p:cNvCxnSpPr/>
            <p:nvPr/>
          </p:nvCxnSpPr>
          <p:spPr>
            <a:xfrm flipH="1">
              <a:off x="2566988" y="1058370"/>
              <a:ext cx="7535990" cy="2775443"/>
            </a:xfrm>
            <a:prstGeom prst="straightConnector1">
              <a:avLst/>
            </a:prstGeom>
            <a:noFill/>
            <a:ln cap="flat" cmpd="sng" w="19050">
              <a:solidFill>
                <a:schemeClr val="accent4"/>
              </a:solidFill>
              <a:prstDash val="solid"/>
              <a:round/>
              <a:headEnd len="sm" w="sm" type="none"/>
              <a:tailEnd len="sm" w="sm" type="none"/>
            </a:ln>
          </p:spPr>
        </p:cxnSp>
        <p:cxnSp>
          <p:nvCxnSpPr>
            <p:cNvPr id="146" name="Google Shape;146;p12"/>
            <p:cNvCxnSpPr/>
            <p:nvPr/>
          </p:nvCxnSpPr>
          <p:spPr>
            <a:xfrm flipH="1">
              <a:off x="2406705" y="3086100"/>
              <a:ext cx="7508820" cy="747713"/>
            </a:xfrm>
            <a:prstGeom prst="straightConnector1">
              <a:avLst/>
            </a:prstGeom>
            <a:noFill/>
            <a:ln cap="flat" cmpd="sng" w="19050">
              <a:solidFill>
                <a:schemeClr val="accent4"/>
              </a:solidFill>
              <a:prstDash val="solid"/>
              <a:round/>
              <a:headEnd len="sm" w="sm" type="none"/>
              <a:tailEnd len="sm" w="sm" type="none"/>
            </a:ln>
          </p:spPr>
        </p:cxnSp>
        <p:sp>
          <p:nvSpPr>
            <p:cNvPr id="147" name="Google Shape;147;p12"/>
            <p:cNvSpPr/>
            <p:nvPr/>
          </p:nvSpPr>
          <p:spPr>
            <a:xfrm>
              <a:off x="2104571" y="3541486"/>
              <a:ext cx="631372" cy="47897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pic>
          <p:nvPicPr>
            <p:cNvPr descr="Camera" id="148" name="Google Shape;148;p12"/>
            <p:cNvPicPr preferRelativeResize="0"/>
            <p:nvPr/>
          </p:nvPicPr>
          <p:blipFill rotWithShape="1">
            <a:blip r:embed="rId4">
              <a:alphaModFix/>
            </a:blip>
            <a:srcRect b="0" l="0" r="0" t="0"/>
            <a:stretch/>
          </p:blipFill>
          <p:spPr>
            <a:xfrm>
              <a:off x="2029646" y="3270075"/>
              <a:ext cx="914400" cy="914400"/>
            </a:xfrm>
            <a:prstGeom prst="rect">
              <a:avLst/>
            </a:prstGeom>
            <a:noFill/>
            <a:ln>
              <a:noFill/>
            </a:ln>
          </p:spPr>
        </p:pic>
      </p:grpSp>
      <p:sp xmlns:p="http://schemas.openxmlformats.org/presentationml/2006/main" xmlns:a="http://schemas.openxmlformats.org/drawingml/2006/main">
        <p:nvSpPr>
          <p:cNvPr id="14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52" name="Shape 152"/>
        <p:cNvGrpSpPr/>
        <p:nvPr/>
      </p:nvGrpSpPr>
      <p:grpSpPr>
        <a:xfrm>
          <a:off x="0" y="0"/>
          <a:ext cx="0" cy="0"/>
          <a:chOff x="0" y="0"/>
          <a:chExt cx="0" cy="0"/>
        </a:xfrm>
      </p:grpSpPr>
      <p:sp>
        <p:nvSpPr>
          <p:cNvPr id="153" name="Google Shape;153;p13"/>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亮度</a:t>
            </a:r>
            <a:endParaRPr b="1" i="0" sz="36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154" name="Google Shape;154;p13"/>
          <p:cNvPicPr preferRelativeResize="0"/>
          <p:nvPr/>
        </p:nvPicPr>
        <p:blipFill rotWithShape="1">
          <a:blip r:embed="rId3">
            <a:alphaModFix/>
          </a:blip>
          <a:srcRect b="0" l="0" r="0" t="0"/>
          <a:stretch/>
        </p:blipFill>
        <p:spPr>
          <a:xfrm>
            <a:off x="660400" y="1618659"/>
            <a:ext cx="1645920" cy="3616899"/>
          </a:xfrm>
          <a:prstGeom prst="rect">
            <a:avLst/>
          </a:prstGeom>
          <a:noFill/>
          <a:ln>
            <a:noFill/>
          </a:ln>
        </p:spPr>
      </p:pic>
      <p:pic>
        <p:nvPicPr>
          <p:cNvPr descr="A picture containing table, indoor, sitting, small  Description automatically generated" id="155" name="Google Shape;155;p13"/>
          <p:cNvPicPr preferRelativeResize="0"/>
          <p:nvPr/>
        </p:nvPicPr>
        <p:blipFill rotWithShape="1">
          <a:blip r:embed="rId4">
            <a:alphaModFix/>
          </a:blip>
          <a:srcRect b="0" l="0" r="0" t="0"/>
          <a:stretch/>
        </p:blipFill>
        <p:spPr>
          <a:xfrm>
            <a:off x="2628900" y="1618658"/>
            <a:ext cx="1645920" cy="3616899"/>
          </a:xfrm>
          <a:prstGeom prst="rect">
            <a:avLst/>
          </a:prstGeom>
          <a:noFill/>
          <a:ln>
            <a:noFill/>
          </a:ln>
        </p:spPr>
      </p:pic>
      <p:pic>
        <p:nvPicPr>
          <p:cNvPr descr="A picture containing table, indoor, sitting, small  Description automatically generated" id="156" name="Google Shape;156;p13"/>
          <p:cNvPicPr preferRelativeResize="0"/>
          <p:nvPr/>
        </p:nvPicPr>
        <p:blipFill rotWithShape="1">
          <a:blip r:embed="rId5">
            <a:alphaModFix/>
          </a:blip>
          <a:srcRect b="0" l="0" r="0" t="0"/>
          <a:stretch/>
        </p:blipFill>
        <p:spPr>
          <a:xfrm>
            <a:off x="4597400" y="1618657"/>
            <a:ext cx="1645920" cy="3616899"/>
          </a:xfrm>
          <a:prstGeom prst="rect">
            <a:avLst/>
          </a:prstGeom>
          <a:noFill/>
          <a:ln>
            <a:noFill/>
          </a:ln>
        </p:spPr>
      </p:pic>
      <p:pic>
        <p:nvPicPr>
          <p:cNvPr descr="A picture containing table, indoor, sitting, small  Description automatically generated" id="157" name="Google Shape;157;p13"/>
          <p:cNvPicPr preferRelativeResize="0"/>
          <p:nvPr/>
        </p:nvPicPr>
        <p:blipFill rotWithShape="1">
          <a:blip r:embed="rId6">
            <a:alphaModFix/>
          </a:blip>
          <a:srcRect b="0" l="0" r="0" t="0"/>
          <a:stretch/>
        </p:blipFill>
        <p:spPr>
          <a:xfrm>
            <a:off x="6565900" y="1618656"/>
            <a:ext cx="1645920" cy="3616899"/>
          </a:xfrm>
          <a:prstGeom prst="rect">
            <a:avLst/>
          </a:prstGeom>
          <a:noFill/>
          <a:ln>
            <a:noFill/>
          </a:ln>
        </p:spPr>
      </p:pic>
      <p:pic>
        <p:nvPicPr>
          <p:cNvPr descr="A picture containing table, indoor, sitting, small  Description automatically generated" id="158" name="Google Shape;158;p13"/>
          <p:cNvPicPr preferRelativeResize="0"/>
          <p:nvPr/>
        </p:nvPicPr>
        <p:blipFill rotWithShape="1">
          <a:blip r:embed="rId7">
            <a:alphaModFix/>
          </a:blip>
          <a:srcRect b="0" l="0" r="0" t="0"/>
          <a:stretch/>
        </p:blipFill>
        <p:spPr>
          <a:xfrm>
            <a:off x="8534400" y="1618656"/>
            <a:ext cx="1645920" cy="3616899"/>
          </a:xfrm>
          <a:prstGeom prst="rect">
            <a:avLst/>
          </a:prstGeom>
          <a:noFill/>
          <a:ln>
            <a:noFill/>
          </a:ln>
        </p:spPr>
      </p:pic>
      <p:sp xmlns:p="http://schemas.openxmlformats.org/presentationml/2006/main" xmlns:a="http://schemas.openxmlformats.org/drawingml/2006/main">
        <p:nvSpPr>
          <p:cNvPr id="159"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62" name="Shape 162"/>
        <p:cNvGrpSpPr/>
        <p:nvPr/>
      </p:nvGrpSpPr>
      <p:grpSpPr>
        <a:xfrm>
          <a:off x="0" y="0"/>
          <a:ext cx="0" cy="0"/>
          <a:chOff x="0" y="0"/>
          <a:chExt cx="0" cy="0"/>
        </a:xfrm>
      </p:grpSpPr>
      <p:sp>
        <p:nvSpPr>
          <p:cNvPr id="163" name="Google Shape;163;p14"/>
          <p:cNvSpPr txBox="1"/>
          <p:nvPr/>
        </p:nvSpPr>
        <p:spPr>
          <a:xfrm>
            <a:off x="498348" y="660651"/>
            <a:ext cx="9976104" cy="590931"/>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通道偏移</a:t>
            </a:r>
            <a:endParaRPr b="1" i="0" sz="36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164" name="Google Shape;164;p14"/>
          <p:cNvPicPr preferRelativeResize="0"/>
          <p:nvPr/>
        </p:nvPicPr>
        <p:blipFill rotWithShape="1">
          <a:blip r:embed="rId3">
            <a:alphaModFix/>
          </a:blip>
          <a:srcRect b="0" l="0" r="0" t="0"/>
          <a:stretch/>
        </p:blipFill>
        <p:spPr>
          <a:xfrm>
            <a:off x="4203629" y="2989085"/>
            <a:ext cx="2801783" cy="1026997"/>
          </a:xfrm>
          <a:prstGeom prst="rect">
            <a:avLst/>
          </a:prstGeom>
          <a:noFill/>
          <a:ln>
            <a:noFill/>
          </a:ln>
        </p:spPr>
      </p:pic>
      <p:pic>
        <p:nvPicPr>
          <p:cNvPr descr="A picture containing table, indoor, sitting, small  Description automatically generated" id="165" name="Google Shape;165;p14"/>
          <p:cNvPicPr preferRelativeResize="0"/>
          <p:nvPr/>
        </p:nvPicPr>
        <p:blipFill rotWithShape="1">
          <a:blip r:embed="rId4">
            <a:alphaModFix/>
          </a:blip>
          <a:srcRect b="0" l="0" r="0" t="0"/>
          <a:stretch/>
        </p:blipFill>
        <p:spPr>
          <a:xfrm>
            <a:off x="972753" y="3638650"/>
            <a:ext cx="2801783" cy="1026997"/>
          </a:xfrm>
          <a:prstGeom prst="rect">
            <a:avLst/>
          </a:prstGeom>
          <a:noFill/>
          <a:ln>
            <a:noFill/>
          </a:ln>
        </p:spPr>
      </p:pic>
      <p:pic>
        <p:nvPicPr>
          <p:cNvPr descr="A picture containing table, indoor, sitting, small  Description automatically generated" id="166" name="Google Shape;166;p14"/>
          <p:cNvPicPr preferRelativeResize="0"/>
          <p:nvPr/>
        </p:nvPicPr>
        <p:blipFill rotWithShape="1">
          <a:blip r:embed="rId5">
            <a:alphaModFix/>
          </a:blip>
          <a:srcRect b="0" l="0" r="0" t="0"/>
          <a:stretch/>
        </p:blipFill>
        <p:spPr>
          <a:xfrm>
            <a:off x="4203628" y="1325217"/>
            <a:ext cx="2801783" cy="1026997"/>
          </a:xfrm>
          <a:prstGeom prst="rect">
            <a:avLst/>
          </a:prstGeom>
          <a:noFill/>
          <a:ln>
            <a:noFill/>
          </a:ln>
        </p:spPr>
      </p:pic>
      <p:pic>
        <p:nvPicPr>
          <p:cNvPr descr="A picture containing table, indoor, sitting, small  Description automatically generated" id="167" name="Google Shape;167;p14"/>
          <p:cNvPicPr preferRelativeResize="0"/>
          <p:nvPr/>
        </p:nvPicPr>
        <p:blipFill rotWithShape="1">
          <a:blip r:embed="rId6">
            <a:alphaModFix/>
          </a:blip>
          <a:srcRect b="0" l="0" r="0" t="0"/>
          <a:stretch/>
        </p:blipFill>
        <p:spPr>
          <a:xfrm>
            <a:off x="7402836" y="3638650"/>
            <a:ext cx="2801783" cy="1026997"/>
          </a:xfrm>
          <a:prstGeom prst="rect">
            <a:avLst/>
          </a:prstGeom>
          <a:noFill/>
          <a:ln>
            <a:noFill/>
          </a:ln>
        </p:spPr>
      </p:pic>
      <p:pic>
        <p:nvPicPr>
          <p:cNvPr descr="A picture containing table, indoor, sitting, small  Description automatically generated" id="168" name="Google Shape;168;p14"/>
          <p:cNvPicPr preferRelativeResize="0"/>
          <p:nvPr/>
        </p:nvPicPr>
        <p:blipFill rotWithShape="1">
          <a:blip r:embed="rId7">
            <a:alphaModFix/>
          </a:blip>
          <a:srcRect b="0" l="0" r="0" t="0"/>
          <a:stretch/>
        </p:blipFill>
        <p:spPr>
          <a:xfrm>
            <a:off x="982910" y="2059104"/>
            <a:ext cx="2801783" cy="1026997"/>
          </a:xfrm>
          <a:prstGeom prst="rect">
            <a:avLst/>
          </a:prstGeom>
          <a:noFill/>
          <a:ln>
            <a:noFill/>
          </a:ln>
        </p:spPr>
      </p:pic>
      <p:pic>
        <p:nvPicPr>
          <p:cNvPr descr="A picture containing table, indoor, sitting, small  Description automatically generated" id="169" name="Google Shape;169;p14"/>
          <p:cNvPicPr preferRelativeResize="0"/>
          <p:nvPr/>
        </p:nvPicPr>
        <p:blipFill rotWithShape="1">
          <a:blip r:embed="rId8">
            <a:alphaModFix/>
          </a:blip>
          <a:srcRect b="0" l="0" r="0" t="0"/>
          <a:stretch/>
        </p:blipFill>
        <p:spPr>
          <a:xfrm>
            <a:off x="7402836" y="2059103"/>
            <a:ext cx="2801783" cy="1026997"/>
          </a:xfrm>
          <a:prstGeom prst="rect">
            <a:avLst/>
          </a:prstGeom>
          <a:noFill/>
          <a:ln>
            <a:noFill/>
          </a:ln>
        </p:spPr>
      </p:pic>
      <p:pic>
        <p:nvPicPr>
          <p:cNvPr descr="A picture containing table, indoor, sitting, small  Description automatically generated" id="170" name="Google Shape;170;p14"/>
          <p:cNvPicPr preferRelativeResize="0"/>
          <p:nvPr/>
        </p:nvPicPr>
        <p:blipFill rotWithShape="1">
          <a:blip r:embed="rId9">
            <a:alphaModFix/>
          </a:blip>
          <a:srcRect b="0" l="0" r="0" t="0"/>
          <a:stretch/>
        </p:blipFill>
        <p:spPr>
          <a:xfrm>
            <a:off x="4171961" y="4652953"/>
            <a:ext cx="2801783" cy="1026997"/>
          </a:xfrm>
          <a:prstGeom prst="rect">
            <a:avLst/>
          </a:prstGeom>
          <a:noFill/>
          <a:ln>
            <a:noFill/>
          </a:ln>
        </p:spPr>
      </p:pic>
      <p:sp xmlns:p="http://schemas.openxmlformats.org/presentationml/2006/main" xmlns:a="http://schemas.openxmlformats.org/drawingml/2006/main">
        <p:nvSpPr>
          <p:cNvPr id="17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74" name="Shape 174"/>
        <p:cNvGrpSpPr/>
        <p:nvPr/>
      </p:nvGrpSpPr>
      <p:grpSpPr>
        <a:xfrm>
          <a:off x="0" y="0"/>
          <a:ext cx="0" cy="0"/>
          <a:chOff x="0" y="0"/>
          <a:chExt cx="0" cy="0"/>
        </a:xfrm>
      </p:grpSpPr>
      <p:sp>
        <p:nvSpPr>
          <p:cNvPr id="175" name="Google Shape;175;p15"/>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zh-CN" sz="3600" u="none" cap="none" strike="noStrike">
                <a:solidFill>
                  <a:srgbClr val="000000"/>
                </a:solidFill>
                <a:latin typeface="Noto Sans SC"/>
                <a:ea typeface="Noto Sans SC"/>
                <a:cs typeface="Open Sans"/>
                <a:sym typeface="Open Sans"/>
              </a:rPr>
              <a:t>模型部署</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17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179" name="Shape 179"/>
        <p:cNvGrpSpPr/>
        <p:nvPr/>
      </p:nvGrpSpPr>
      <p:grpSpPr>
        <a:xfrm>
          <a:off x="0" y="0"/>
          <a:ext cx="0" cy="0"/>
          <a:chOff x="0" y="0"/>
          <a:chExt cx="0" cy="0"/>
        </a:xfrm>
      </p:grpSpPr>
      <p:cxnSp>
        <p:nvCxnSpPr>
          <p:cNvPr id="180" name="Google Shape;180;p79"/>
          <p:cNvCxnSpPr/>
          <p:nvPr/>
        </p:nvCxnSpPr>
        <p:spPr>
          <a:xfrm>
            <a:off x="5775689" y="3477143"/>
            <a:ext cx="1457772" cy="1016709"/>
          </a:xfrm>
          <a:prstGeom prst="straightConnector1">
            <a:avLst/>
          </a:prstGeom>
          <a:noFill/>
          <a:ln cap="flat" cmpd="sng" w="28575">
            <a:solidFill>
              <a:schemeClr val="accent3"/>
            </a:solidFill>
            <a:prstDash val="solid"/>
            <a:round/>
            <a:headEnd len="sm" w="sm" type="none"/>
            <a:tailEnd len="sm" w="sm" type="none"/>
          </a:ln>
        </p:spPr>
      </p:cxnSp>
      <p:pic>
        <p:nvPicPr>
          <p:cNvPr id="181" name="Google Shape;181;p79"/>
          <p:cNvPicPr preferRelativeResize="0"/>
          <p:nvPr/>
        </p:nvPicPr>
        <p:blipFill rotWithShape="1">
          <a:blip r:embed="rId3">
            <a:alphaModFix/>
          </a:blip>
          <a:srcRect b="22257" l="33949" r="48253" t="46563"/>
          <a:stretch/>
        </p:blipFill>
        <p:spPr>
          <a:xfrm>
            <a:off x="668449" y="1828800"/>
            <a:ext cx="1560945" cy="2637608"/>
          </a:xfrm>
          <a:prstGeom prst="rect">
            <a:avLst/>
          </a:prstGeom>
          <a:noFill/>
          <a:ln>
            <a:noFill/>
          </a:ln>
        </p:spPr>
      </p:pic>
      <p:sp>
        <p:nvSpPr>
          <p:cNvPr id="182" name="Google Shape;182;p79"/>
          <p:cNvSpPr txBox="1"/>
          <p:nvPr/>
        </p:nvSpPr>
        <p:spPr>
          <a:xfrm>
            <a:off x="914599" y="4888251"/>
            <a:ext cx="974947"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Open Sans"/>
                <a:ea typeface="Noto Sans SC"/>
                <a:cs typeface="Open Sans"/>
                <a:sym typeface="Open Sans"/>
              </a:rPr>
              <a:t>(28, 28,1)</a:t>
            </a:r>
            <a:endParaRPr/>
          </a:p>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Noto Sans SC"/>
                <a:ea typeface="Noto Sans SC"/>
                <a:cs typeface="Open Sans"/>
                <a:sym typeface="Open Sans"/>
              </a:rPr>
              <a:t>图像输入</a:t>
            </a:r>
            <a:endParaRPr b="0" i="0" sz="1400" u="none" cap="none" strike="noStrike">
              <a:solidFill>
                <a:srgbClr val="000000"/>
              </a:solidFill>
              <a:latin typeface="Open Sans"/>
              <a:ea typeface="Noto Sans SC"/>
              <a:cs typeface="Open Sans"/>
              <a:sym typeface="Open Sans"/>
            </a:endParaRPr>
          </a:p>
        </p:txBody>
      </p:sp>
      <p:sp>
        <p:nvSpPr>
          <p:cNvPr id="183" name="Google Shape;183;p79"/>
          <p:cNvSpPr txBox="1"/>
          <p:nvPr/>
        </p:nvSpPr>
        <p:spPr>
          <a:xfrm>
            <a:off x="2212437" y="4509156"/>
            <a:ext cx="1055096"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Open Sans"/>
                <a:ea typeface="Noto Sans SC"/>
                <a:cs typeface="Open Sans"/>
                <a:sym typeface="Open Sans"/>
              </a:rPr>
              <a:t>(3, 3, 1, 2)</a:t>
            </a:r>
            <a:endParaRPr/>
          </a:p>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Noto Sans SC"/>
                <a:ea typeface="Noto Sans SC"/>
                <a:cs typeface="Open Sans"/>
                <a:sym typeface="Open Sans"/>
              </a:rPr>
              <a:t>内核</a:t>
            </a:r>
            <a:endParaRPr b="0" i="0" sz="1400" u="none" cap="none" strike="noStrike">
              <a:solidFill>
                <a:srgbClr val="000000"/>
              </a:solidFill>
              <a:latin typeface="Open Sans"/>
              <a:ea typeface="Noto Sans SC"/>
              <a:cs typeface="Open Sans"/>
              <a:sym typeface="Open Sans"/>
            </a:endParaRPr>
          </a:p>
        </p:txBody>
      </p:sp>
      <p:sp>
        <p:nvSpPr>
          <p:cNvPr id="184" name="Google Shape;184;p79"/>
          <p:cNvSpPr txBox="1"/>
          <p:nvPr/>
        </p:nvSpPr>
        <p:spPr>
          <a:xfrm>
            <a:off x="3229476" y="3861816"/>
            <a:ext cx="1029448"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Open Sans"/>
                <a:ea typeface="Noto Sans SC"/>
                <a:cs typeface="Open Sans"/>
                <a:sym typeface="Open Sans"/>
              </a:rPr>
              <a:t>(28, 28, 2)</a:t>
            </a:r>
            <a:endParaRPr/>
          </a:p>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Noto Sans SC"/>
                <a:ea typeface="Noto Sans SC"/>
                <a:cs typeface="Open Sans"/>
                <a:sym typeface="Open Sans"/>
              </a:rPr>
              <a:t>堆叠图像</a:t>
            </a:r>
            <a:endParaRPr b="0" i="0" sz="1400" u="none" cap="none" strike="noStrike">
              <a:solidFill>
                <a:srgbClr val="000000"/>
              </a:solidFill>
              <a:latin typeface="Open Sans"/>
              <a:ea typeface="Noto Sans SC"/>
              <a:cs typeface="Open Sans"/>
              <a:sym typeface="Open Sans"/>
            </a:endParaRPr>
          </a:p>
        </p:txBody>
      </p:sp>
      <p:sp>
        <p:nvSpPr>
          <p:cNvPr id="185" name="Google Shape;185;p79"/>
          <p:cNvSpPr txBox="1"/>
          <p:nvPr/>
        </p:nvSpPr>
        <p:spPr>
          <a:xfrm>
            <a:off x="4394161" y="4509155"/>
            <a:ext cx="1055096"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Open Sans"/>
                <a:ea typeface="Noto Sans SC"/>
                <a:cs typeface="Open Sans"/>
                <a:sym typeface="Open Sans"/>
              </a:rPr>
              <a:t>(3, 3, 2, 2)</a:t>
            </a:r>
            <a:endParaRPr/>
          </a:p>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Noto Sans SC"/>
                <a:ea typeface="Noto Sans SC"/>
                <a:cs typeface="Open Sans"/>
                <a:sym typeface="Open Sans"/>
              </a:rPr>
              <a:t>内核</a:t>
            </a:r>
            <a:endParaRPr b="0" i="0" sz="1400" u="none" cap="none" strike="noStrike">
              <a:solidFill>
                <a:srgbClr val="000000"/>
              </a:solidFill>
              <a:latin typeface="Open Sans"/>
              <a:ea typeface="Noto Sans SC"/>
              <a:cs typeface="Open Sans"/>
              <a:sym typeface="Open Sans"/>
            </a:endParaRPr>
          </a:p>
        </p:txBody>
      </p:sp>
      <p:sp>
        <p:nvSpPr>
          <p:cNvPr id="186" name="Google Shape;186;p79"/>
          <p:cNvSpPr txBox="1"/>
          <p:nvPr/>
        </p:nvSpPr>
        <p:spPr>
          <a:xfrm>
            <a:off x="5565801" y="3872249"/>
            <a:ext cx="1029448" cy="523220"/>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Open Sans"/>
                <a:ea typeface="Noto Sans SC"/>
                <a:cs typeface="Open Sans"/>
                <a:sym typeface="Open Sans"/>
              </a:rPr>
              <a:t>(28, 28, 2)</a:t>
            </a:r>
            <a:endParaRPr/>
          </a:p>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Noto Sans SC"/>
                <a:ea typeface="Noto Sans SC"/>
                <a:cs typeface="Open Sans"/>
                <a:sym typeface="Open Sans"/>
              </a:rPr>
              <a:t>堆叠图像</a:t>
            </a:r>
            <a:endParaRPr b="0" i="0" sz="1400" u="none" cap="none" strike="noStrike">
              <a:solidFill>
                <a:srgbClr val="000000"/>
              </a:solidFill>
              <a:latin typeface="Open Sans"/>
              <a:ea typeface="Noto Sans SC"/>
              <a:cs typeface="Open Sans"/>
              <a:sym typeface="Open Sans"/>
            </a:endParaRPr>
          </a:p>
        </p:txBody>
      </p:sp>
      <p:graphicFrame>
        <p:nvGraphicFramePr>
          <p:cNvPr id="187" name="Google Shape;187;p79"/>
          <p:cNvGraphicFramePr/>
          <p:nvPr/>
        </p:nvGraphicFramePr>
        <p:xfrm>
          <a:off x="7206671" y="1555750"/>
          <a:ext cx="3000000" cy="3000000"/>
        </p:xfrm>
        <a:graphic>
          <a:graphicData uri="http://schemas.openxmlformats.org/drawingml/2006/table">
            <a:tbl>
              <a:tblPr bandRow="1" firstRow="1">
                <a:noFill/>
                <a:tableStyleId>{C74C0966-4A38-4817-8542-651E90C441E2}</a:tableStyleId>
              </a:tblPr>
              <a:tblGrid>
                <a:gridCol w="280325"/>
              </a:tblGrid>
              <a:tr h="370850">
                <a:tc>
                  <a:txBody>
                    <a:bodyPr/>
                    <a:lstStyle/>
                    <a:p>
                      <a:pPr indent="0" lvl="0" marL="0" marR="0" rtl="0" algn="l">
                        <a:spcBef>
                          <a:spcPts val="0"/>
                        </a:spcBef>
                        <a:spcAft>
                          <a:spcPts val="0"/>
                        </a:spcAft>
                        <a:buNone/>
                      </a:pPr>
                      <a:r>
                        <a:t/>
                      </a:r>
                      <a:endParaRPr sz="1800">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dk1"/>
                    </a:solidFill>
                  </a:tcPr>
                </a:tc>
              </a:tr>
              <a:tr h="370850">
                <a:tc>
                  <a:txBody>
                    <a:bodyPr/>
                    <a:lstStyle/>
                    <a:p>
                      <a:pPr indent="0" lvl="0" marL="0" marR="0" rtl="0" algn="l">
                        <a:spcBef>
                          <a:spcPts val="0"/>
                        </a:spcBef>
                        <a:spcAft>
                          <a:spcPts val="0"/>
                        </a:spcAft>
                        <a:buNone/>
                      </a:pPr>
                      <a:r>
                        <a:t/>
                      </a:r>
                      <a:endParaRPr sz="1800">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262626"/>
                    </a:solidFill>
                  </a:tcPr>
                </a:tc>
              </a:tr>
              <a:tr h="370850">
                <a:tc>
                  <a:txBody>
                    <a:bodyPr/>
                    <a:lstStyle/>
                    <a:p>
                      <a:pPr indent="0" lvl="0" marL="0" marR="0" rtl="0" algn="l">
                        <a:spcBef>
                          <a:spcPts val="0"/>
                        </a:spcBef>
                        <a:spcAft>
                          <a:spcPts val="0"/>
                        </a:spcAft>
                        <a:buNone/>
                      </a:pPr>
                      <a:r>
                        <a:t/>
                      </a:r>
                      <a:endParaRPr sz="1800">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3F3F3F"/>
                    </a:solidFill>
                  </a:tcPr>
                </a:tc>
              </a:tr>
              <a:tr h="370850">
                <a:tc>
                  <a:txBody>
                    <a:bodyPr/>
                    <a:lstStyle/>
                    <a:p>
                      <a:pPr indent="0" lvl="0" marL="0" marR="0" rtl="0" algn="l">
                        <a:spcBef>
                          <a:spcPts val="0"/>
                        </a:spcBef>
                        <a:spcAft>
                          <a:spcPts val="0"/>
                        </a:spcAft>
                        <a:buNone/>
                      </a:pPr>
                      <a:r>
                        <a:t/>
                      </a:r>
                      <a:endParaRPr sz="1800">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868686"/>
                    </a:solidFill>
                  </a:tcPr>
                </a:tc>
              </a:tr>
              <a:tr h="370850">
                <a:tc>
                  <a:txBody>
                    <a:bodyPr/>
                    <a:lstStyle/>
                    <a:p>
                      <a:pPr indent="0" lvl="0" marL="0" marR="0" rtl="0" algn="l">
                        <a:spcBef>
                          <a:spcPts val="0"/>
                        </a:spcBef>
                        <a:spcAft>
                          <a:spcPts val="0"/>
                        </a:spcAft>
                        <a:buNone/>
                      </a:pPr>
                      <a:r>
                        <a:t/>
                      </a:r>
                      <a:endParaRPr sz="1800">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C0C0C"/>
                    </a:solidFill>
                  </a:tcPr>
                </a:tc>
              </a:tr>
              <a:tr h="370850">
                <a:tc>
                  <a:txBody>
                    <a:bodyPr/>
                    <a:lstStyle/>
                    <a:p>
                      <a:pPr indent="0" lvl="0" marL="0" marR="0" rtl="0" algn="l">
                        <a:spcBef>
                          <a:spcPts val="0"/>
                        </a:spcBef>
                        <a:spcAft>
                          <a:spcPts val="0"/>
                        </a:spcAft>
                        <a:buNone/>
                      </a:pPr>
                      <a:r>
                        <a:t/>
                      </a:r>
                      <a:endParaRPr sz="1800">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262626"/>
                    </a:solidFill>
                  </a:tcPr>
                </a:tc>
              </a:tr>
              <a:tr h="370850">
                <a:tc>
                  <a:txBody>
                    <a:bodyPr/>
                    <a:lstStyle/>
                    <a:p>
                      <a:pPr indent="0" lvl="0" marL="0" marR="0" rtl="0" algn="l">
                        <a:spcBef>
                          <a:spcPts val="0"/>
                        </a:spcBef>
                        <a:spcAft>
                          <a:spcPts val="0"/>
                        </a:spcAft>
                        <a:buNone/>
                      </a:pPr>
                      <a:r>
                        <a:t/>
                      </a:r>
                      <a:endParaRPr sz="1800">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868686"/>
                    </a:solidFill>
                  </a:tcPr>
                </a:tc>
              </a:tr>
              <a:tr h="370850">
                <a:tc>
                  <a:txBody>
                    <a:bodyPr/>
                    <a:lstStyle/>
                    <a:p>
                      <a:pPr indent="0" lvl="0" marL="0" marR="0" rtl="0" algn="l">
                        <a:spcBef>
                          <a:spcPts val="0"/>
                        </a:spcBef>
                        <a:spcAft>
                          <a:spcPts val="0"/>
                        </a:spcAft>
                        <a:buNone/>
                      </a:pPr>
                      <a:r>
                        <a:t/>
                      </a:r>
                      <a:endParaRPr sz="1800">
                        <a:latin typeface="Open Sans"/>
                        <a:ea typeface="Noto Sans SC"/>
                        <a:cs typeface="Open Sans"/>
                        <a:sym typeface="Open Sans"/>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F2F2F2"/>
                    </a:solidFill>
                  </a:tcPr>
                </a:tc>
              </a:tr>
            </a:tbl>
          </a:graphicData>
        </a:graphic>
      </p:graphicFrame>
      <p:sp>
        <p:nvSpPr>
          <p:cNvPr id="188" name="Google Shape;188;p79"/>
          <p:cNvSpPr txBox="1"/>
          <p:nvPr/>
        </p:nvSpPr>
        <p:spPr>
          <a:xfrm>
            <a:off x="6692904" y="4877479"/>
            <a:ext cx="1261884" cy="738664"/>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Open Sans"/>
                <a:ea typeface="Noto Sans SC"/>
                <a:cs typeface="Open Sans"/>
                <a:sym typeface="Open Sans"/>
              </a:rPr>
              <a:t>(1568)</a:t>
            </a:r>
            <a:endParaRPr/>
          </a:p>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Noto Sans SC"/>
                <a:ea typeface="Noto Sans SC"/>
                <a:cs typeface="Open Sans"/>
                <a:sym typeface="Open Sans"/>
              </a:rPr>
              <a:t>展平后的图像</a:t>
            </a:r>
            <a:endParaRPr/>
          </a:p>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Noto Sans SC"/>
                <a:ea typeface="Noto Sans SC"/>
                <a:cs typeface="Open Sans"/>
                <a:sym typeface="Open Sans"/>
              </a:rPr>
              <a:t>向量</a:t>
            </a:r>
            <a:endParaRPr b="0" i="0" sz="1400" u="none" cap="none" strike="noStrike">
              <a:solidFill>
                <a:srgbClr val="000000"/>
              </a:solidFill>
              <a:latin typeface="Open Sans"/>
              <a:ea typeface="Noto Sans SC"/>
              <a:cs typeface="Open Sans"/>
              <a:sym typeface="Open Sans"/>
            </a:endParaRPr>
          </a:p>
        </p:txBody>
      </p:sp>
      <p:sp>
        <p:nvSpPr>
          <p:cNvPr id="189" name="Google Shape;189;p79"/>
          <p:cNvSpPr/>
          <p:nvPr/>
        </p:nvSpPr>
        <p:spPr>
          <a:xfrm>
            <a:off x="8071514" y="1661195"/>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90" name="Google Shape;190;p79"/>
          <p:cNvSpPr/>
          <p:nvPr/>
        </p:nvSpPr>
        <p:spPr>
          <a:xfrm>
            <a:off x="8068810" y="4032430"/>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91" name="Google Shape;191;p79"/>
          <p:cNvSpPr/>
          <p:nvPr/>
        </p:nvSpPr>
        <p:spPr>
          <a:xfrm>
            <a:off x="8068810" y="4257211"/>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92" name="Google Shape;192;p79"/>
          <p:cNvSpPr/>
          <p:nvPr/>
        </p:nvSpPr>
        <p:spPr>
          <a:xfrm>
            <a:off x="8713976" y="1661195"/>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93" name="Google Shape;193;p79"/>
          <p:cNvSpPr/>
          <p:nvPr/>
        </p:nvSpPr>
        <p:spPr>
          <a:xfrm>
            <a:off x="8711273" y="4032430"/>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94" name="Google Shape;194;p79"/>
          <p:cNvSpPr/>
          <p:nvPr/>
        </p:nvSpPr>
        <p:spPr>
          <a:xfrm>
            <a:off x="8711273" y="4257211"/>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195" name="Google Shape;195;p79"/>
          <p:cNvSpPr/>
          <p:nvPr/>
        </p:nvSpPr>
        <p:spPr>
          <a:xfrm>
            <a:off x="9517236" y="4532666"/>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grpSp>
        <p:nvGrpSpPr>
          <p:cNvPr id="196" name="Google Shape;196;p79"/>
          <p:cNvGrpSpPr/>
          <p:nvPr/>
        </p:nvGrpSpPr>
        <p:grpSpPr>
          <a:xfrm>
            <a:off x="8263036" y="1754334"/>
            <a:ext cx="450940" cy="2596016"/>
            <a:chOff x="8430176" y="1754334"/>
            <a:chExt cx="283800" cy="2596016"/>
          </a:xfrm>
        </p:grpSpPr>
        <p:cxnSp>
          <p:nvCxnSpPr>
            <p:cNvPr id="197" name="Google Shape;197;p79"/>
            <p:cNvCxnSpPr>
              <a:endCxn id="192" idx="2"/>
            </p:cNvCxnSpPr>
            <p:nvPr/>
          </p:nvCxnSpPr>
          <p:spPr>
            <a:xfrm flipH="1" rot="10800000">
              <a:off x="8430176" y="1754334"/>
              <a:ext cx="283800" cy="2595900"/>
            </a:xfrm>
            <a:prstGeom prst="straightConnector1">
              <a:avLst/>
            </a:prstGeom>
            <a:noFill/>
            <a:ln cap="flat" cmpd="sng" w="28575">
              <a:solidFill>
                <a:srgbClr val="7F7F7F"/>
              </a:solidFill>
              <a:prstDash val="solid"/>
              <a:round/>
              <a:headEnd len="sm" w="sm" type="none"/>
              <a:tailEnd len="sm" w="sm" type="none"/>
            </a:ln>
          </p:spPr>
        </p:cxnSp>
        <p:cxnSp>
          <p:nvCxnSpPr>
            <p:cNvPr id="198" name="Google Shape;198;p79"/>
            <p:cNvCxnSpPr>
              <a:endCxn id="193" idx="2"/>
            </p:cNvCxnSpPr>
            <p:nvPr/>
          </p:nvCxnSpPr>
          <p:spPr>
            <a:xfrm flipH="1" rot="10800000">
              <a:off x="8431175" y="4125569"/>
              <a:ext cx="281100" cy="224700"/>
            </a:xfrm>
            <a:prstGeom prst="straightConnector1">
              <a:avLst/>
            </a:prstGeom>
            <a:noFill/>
            <a:ln cap="flat" cmpd="sng" w="28575">
              <a:solidFill>
                <a:srgbClr val="7F7F7F"/>
              </a:solidFill>
              <a:prstDash val="solid"/>
              <a:round/>
              <a:headEnd len="sm" w="sm" type="none"/>
              <a:tailEnd len="sm" w="sm" type="none"/>
            </a:ln>
          </p:spPr>
        </p:cxnSp>
        <p:cxnSp>
          <p:nvCxnSpPr>
            <p:cNvPr id="199" name="Google Shape;199;p79"/>
            <p:cNvCxnSpPr>
              <a:endCxn id="194" idx="2"/>
            </p:cNvCxnSpPr>
            <p:nvPr/>
          </p:nvCxnSpPr>
          <p:spPr>
            <a:xfrm>
              <a:off x="8431175" y="4350350"/>
              <a:ext cx="281100" cy="0"/>
            </a:xfrm>
            <a:prstGeom prst="straightConnector1">
              <a:avLst/>
            </a:prstGeom>
            <a:noFill/>
            <a:ln cap="flat" cmpd="sng" w="28575">
              <a:solidFill>
                <a:srgbClr val="7F7F7F"/>
              </a:solidFill>
              <a:prstDash val="solid"/>
              <a:round/>
              <a:headEnd len="sm" w="sm" type="none"/>
              <a:tailEnd len="sm" w="sm" type="none"/>
            </a:ln>
          </p:spPr>
        </p:cxnSp>
        <p:cxnSp>
          <p:nvCxnSpPr>
            <p:cNvPr id="200" name="Google Shape;200;p79"/>
            <p:cNvCxnSpPr>
              <a:endCxn id="192" idx="2"/>
            </p:cNvCxnSpPr>
            <p:nvPr/>
          </p:nvCxnSpPr>
          <p:spPr>
            <a:xfrm>
              <a:off x="8432876" y="1754334"/>
              <a:ext cx="281100" cy="0"/>
            </a:xfrm>
            <a:prstGeom prst="straightConnector1">
              <a:avLst/>
            </a:prstGeom>
            <a:noFill/>
            <a:ln cap="flat" cmpd="sng" w="28575">
              <a:solidFill>
                <a:srgbClr val="7F7F7F"/>
              </a:solidFill>
              <a:prstDash val="solid"/>
              <a:round/>
              <a:headEnd len="sm" w="sm" type="none"/>
              <a:tailEnd len="sm" w="sm" type="none"/>
            </a:ln>
          </p:spPr>
        </p:cxnSp>
        <p:cxnSp>
          <p:nvCxnSpPr>
            <p:cNvPr id="201" name="Google Shape;201;p79"/>
            <p:cNvCxnSpPr>
              <a:endCxn id="193" idx="2"/>
            </p:cNvCxnSpPr>
            <p:nvPr/>
          </p:nvCxnSpPr>
          <p:spPr>
            <a:xfrm>
              <a:off x="8433875" y="1754369"/>
              <a:ext cx="278400" cy="2371200"/>
            </a:xfrm>
            <a:prstGeom prst="straightConnector1">
              <a:avLst/>
            </a:prstGeom>
            <a:noFill/>
            <a:ln cap="flat" cmpd="sng" w="28575">
              <a:solidFill>
                <a:srgbClr val="7F7F7F"/>
              </a:solidFill>
              <a:prstDash val="solid"/>
              <a:round/>
              <a:headEnd len="sm" w="sm" type="none"/>
              <a:tailEnd len="sm" w="sm" type="none"/>
            </a:ln>
          </p:spPr>
        </p:cxnSp>
        <p:cxnSp>
          <p:nvCxnSpPr>
            <p:cNvPr id="202" name="Google Shape;202;p79"/>
            <p:cNvCxnSpPr>
              <a:endCxn id="194" idx="2"/>
            </p:cNvCxnSpPr>
            <p:nvPr/>
          </p:nvCxnSpPr>
          <p:spPr>
            <a:xfrm>
              <a:off x="8433875" y="1754450"/>
              <a:ext cx="278400" cy="2595900"/>
            </a:xfrm>
            <a:prstGeom prst="straightConnector1">
              <a:avLst/>
            </a:prstGeom>
            <a:noFill/>
            <a:ln cap="flat" cmpd="sng" w="28575">
              <a:solidFill>
                <a:srgbClr val="7F7F7F"/>
              </a:solidFill>
              <a:prstDash val="solid"/>
              <a:round/>
              <a:headEnd len="sm" w="sm" type="none"/>
              <a:tailEnd len="sm" w="sm" type="none"/>
            </a:ln>
          </p:spPr>
        </p:cxnSp>
        <p:cxnSp>
          <p:nvCxnSpPr>
            <p:cNvPr id="203" name="Google Shape;203;p79"/>
            <p:cNvCxnSpPr>
              <a:endCxn id="192" idx="2"/>
            </p:cNvCxnSpPr>
            <p:nvPr/>
          </p:nvCxnSpPr>
          <p:spPr>
            <a:xfrm flipH="1" rot="10800000">
              <a:off x="8430176" y="1754334"/>
              <a:ext cx="283800" cy="2371200"/>
            </a:xfrm>
            <a:prstGeom prst="straightConnector1">
              <a:avLst/>
            </a:prstGeom>
            <a:noFill/>
            <a:ln cap="flat" cmpd="sng" w="28575">
              <a:solidFill>
                <a:srgbClr val="7F7F7F"/>
              </a:solidFill>
              <a:prstDash val="solid"/>
              <a:round/>
              <a:headEnd len="sm" w="sm" type="none"/>
              <a:tailEnd len="sm" w="sm" type="none"/>
            </a:ln>
          </p:spPr>
        </p:cxnSp>
        <p:cxnSp>
          <p:nvCxnSpPr>
            <p:cNvPr id="204" name="Google Shape;204;p79"/>
            <p:cNvCxnSpPr>
              <a:endCxn id="193" idx="2"/>
            </p:cNvCxnSpPr>
            <p:nvPr/>
          </p:nvCxnSpPr>
          <p:spPr>
            <a:xfrm>
              <a:off x="8431175" y="4125569"/>
              <a:ext cx="281100" cy="0"/>
            </a:xfrm>
            <a:prstGeom prst="straightConnector1">
              <a:avLst/>
            </a:prstGeom>
            <a:noFill/>
            <a:ln cap="flat" cmpd="sng" w="28575">
              <a:solidFill>
                <a:srgbClr val="7F7F7F"/>
              </a:solidFill>
              <a:prstDash val="solid"/>
              <a:round/>
              <a:headEnd len="sm" w="sm" type="none"/>
              <a:tailEnd len="sm" w="sm" type="none"/>
            </a:ln>
          </p:spPr>
        </p:cxnSp>
        <p:cxnSp>
          <p:nvCxnSpPr>
            <p:cNvPr id="205" name="Google Shape;205;p79"/>
            <p:cNvCxnSpPr>
              <a:endCxn id="194" idx="2"/>
            </p:cNvCxnSpPr>
            <p:nvPr/>
          </p:nvCxnSpPr>
          <p:spPr>
            <a:xfrm>
              <a:off x="8431175" y="4125650"/>
              <a:ext cx="281100" cy="224700"/>
            </a:xfrm>
            <a:prstGeom prst="straightConnector1">
              <a:avLst/>
            </a:prstGeom>
            <a:noFill/>
            <a:ln cap="flat" cmpd="sng" w="28575">
              <a:solidFill>
                <a:srgbClr val="7F7F7F"/>
              </a:solidFill>
              <a:prstDash val="solid"/>
              <a:round/>
              <a:headEnd len="sm" w="sm" type="none"/>
              <a:tailEnd len="sm" w="sm" type="none"/>
            </a:ln>
          </p:spPr>
        </p:cxnSp>
      </p:grpSp>
      <p:sp>
        <p:nvSpPr>
          <p:cNvPr id="206" name="Google Shape;206;p79"/>
          <p:cNvSpPr/>
          <p:nvPr/>
        </p:nvSpPr>
        <p:spPr>
          <a:xfrm>
            <a:off x="9514576" y="4174453"/>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07" name="Google Shape;207;p79"/>
          <p:cNvSpPr/>
          <p:nvPr/>
        </p:nvSpPr>
        <p:spPr>
          <a:xfrm>
            <a:off x="9517236" y="3814915"/>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08" name="Google Shape;208;p79"/>
          <p:cNvSpPr/>
          <p:nvPr/>
        </p:nvSpPr>
        <p:spPr>
          <a:xfrm>
            <a:off x="9514576" y="3456702"/>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09" name="Google Shape;209;p79"/>
          <p:cNvSpPr/>
          <p:nvPr/>
        </p:nvSpPr>
        <p:spPr>
          <a:xfrm>
            <a:off x="9517236" y="3082242"/>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10" name="Google Shape;210;p79"/>
          <p:cNvSpPr/>
          <p:nvPr/>
        </p:nvSpPr>
        <p:spPr>
          <a:xfrm>
            <a:off x="9514576" y="2724029"/>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11" name="Google Shape;211;p79"/>
          <p:cNvSpPr/>
          <p:nvPr/>
        </p:nvSpPr>
        <p:spPr>
          <a:xfrm>
            <a:off x="9522129" y="2366398"/>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12" name="Google Shape;212;p79"/>
          <p:cNvSpPr/>
          <p:nvPr/>
        </p:nvSpPr>
        <p:spPr>
          <a:xfrm>
            <a:off x="9519469" y="2008184"/>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13" name="Google Shape;213;p79"/>
          <p:cNvSpPr/>
          <p:nvPr/>
        </p:nvSpPr>
        <p:spPr>
          <a:xfrm>
            <a:off x="9517236" y="1650553"/>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sp>
        <p:nvSpPr>
          <p:cNvPr id="214" name="Google Shape;214;p79"/>
          <p:cNvSpPr/>
          <p:nvPr/>
        </p:nvSpPr>
        <p:spPr>
          <a:xfrm>
            <a:off x="9514576" y="1292340"/>
            <a:ext cx="187420" cy="186278"/>
          </a:xfrm>
          <a:prstGeom prst="ellipse">
            <a:avLst/>
          </a:prstGeom>
          <a:solidFill>
            <a:srgbClr val="E6FFBE"/>
          </a:solidFill>
          <a:ln cap="flat" cmpd="sng" w="38100">
            <a:solidFill>
              <a:srgbClr val="83BA24"/>
            </a:solidFill>
            <a:prstDash val="solid"/>
            <a:round/>
            <a:headEnd len="sm" w="sm" type="none"/>
            <a:tailEnd len="sm" w="sm" type="none"/>
          </a:ln>
          <a:effectLst>
            <a:outerShdw blurRad="39999" rotWithShape="0" dir="5400000" dist="23000">
              <a:srgbClr val="000000">
                <a:alpha val="34118"/>
              </a:srgbClr>
            </a:outerShdw>
          </a:effectLst>
        </p:spPr>
        <p:txBody>
          <a:bodyPr anchorCtr="0" anchor="ctr" bIns="19000" lIns="38075" spcFirstLastPara="1" rIns="38075" wrap="square" tIns="190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baseline="30000" i="0" sz="1800" u="none" cap="none" strike="noStrike">
              <a:solidFill>
                <a:srgbClr val="000000"/>
              </a:solidFill>
              <a:latin typeface="Open Sans"/>
              <a:ea typeface="Noto Sans SC"/>
              <a:cs typeface="Open Sans"/>
              <a:sym typeface="Open Sans"/>
            </a:endParaRPr>
          </a:p>
        </p:txBody>
      </p:sp>
      <p:grpSp>
        <p:nvGrpSpPr>
          <p:cNvPr id="215" name="Google Shape;215;p79"/>
          <p:cNvGrpSpPr/>
          <p:nvPr/>
        </p:nvGrpSpPr>
        <p:grpSpPr>
          <a:xfrm>
            <a:off x="8898517" y="1385479"/>
            <a:ext cx="623612" cy="3240326"/>
            <a:chOff x="9127629" y="1385479"/>
            <a:chExt cx="394500" cy="3240326"/>
          </a:xfrm>
        </p:grpSpPr>
        <p:cxnSp>
          <p:nvCxnSpPr>
            <p:cNvPr id="216" name="Google Shape;216;p79"/>
            <p:cNvCxnSpPr>
              <a:endCxn id="195" idx="2"/>
            </p:cNvCxnSpPr>
            <p:nvPr/>
          </p:nvCxnSpPr>
          <p:spPr>
            <a:xfrm>
              <a:off x="9132034" y="1765905"/>
              <a:ext cx="387000" cy="2859900"/>
            </a:xfrm>
            <a:prstGeom prst="straightConnector1">
              <a:avLst/>
            </a:prstGeom>
            <a:noFill/>
            <a:ln cap="flat" cmpd="sng" w="28575">
              <a:solidFill>
                <a:srgbClr val="7F7F7F"/>
              </a:solidFill>
              <a:prstDash val="solid"/>
              <a:round/>
              <a:headEnd len="sm" w="sm" type="none"/>
              <a:tailEnd len="sm" w="sm" type="none"/>
            </a:ln>
          </p:spPr>
        </p:cxnSp>
        <p:cxnSp>
          <p:nvCxnSpPr>
            <p:cNvPr id="217" name="Google Shape;217;p79"/>
            <p:cNvCxnSpPr>
              <a:endCxn id="195" idx="2"/>
            </p:cNvCxnSpPr>
            <p:nvPr/>
          </p:nvCxnSpPr>
          <p:spPr>
            <a:xfrm>
              <a:off x="9129334" y="4137105"/>
              <a:ext cx="389700" cy="488700"/>
            </a:xfrm>
            <a:prstGeom prst="straightConnector1">
              <a:avLst/>
            </a:prstGeom>
            <a:noFill/>
            <a:ln cap="flat" cmpd="sng" w="28575">
              <a:solidFill>
                <a:srgbClr val="7F7F7F"/>
              </a:solidFill>
              <a:prstDash val="solid"/>
              <a:round/>
              <a:headEnd len="sm" w="sm" type="none"/>
              <a:tailEnd len="sm" w="sm" type="none"/>
            </a:ln>
          </p:spPr>
        </p:cxnSp>
        <p:cxnSp>
          <p:nvCxnSpPr>
            <p:cNvPr id="218" name="Google Shape;218;p79"/>
            <p:cNvCxnSpPr>
              <a:endCxn id="195" idx="2"/>
            </p:cNvCxnSpPr>
            <p:nvPr/>
          </p:nvCxnSpPr>
          <p:spPr>
            <a:xfrm>
              <a:off x="9129334" y="4361805"/>
              <a:ext cx="389700" cy="264000"/>
            </a:xfrm>
            <a:prstGeom prst="straightConnector1">
              <a:avLst/>
            </a:prstGeom>
            <a:noFill/>
            <a:ln cap="flat" cmpd="sng" w="28575">
              <a:solidFill>
                <a:srgbClr val="7F7F7F"/>
              </a:solidFill>
              <a:prstDash val="solid"/>
              <a:round/>
              <a:headEnd len="sm" w="sm" type="none"/>
              <a:tailEnd len="sm" w="sm" type="none"/>
            </a:ln>
          </p:spPr>
        </p:cxnSp>
        <p:cxnSp>
          <p:nvCxnSpPr>
            <p:cNvPr id="219" name="Google Shape;219;p79"/>
            <p:cNvCxnSpPr>
              <a:endCxn id="206" idx="2"/>
            </p:cNvCxnSpPr>
            <p:nvPr/>
          </p:nvCxnSpPr>
          <p:spPr>
            <a:xfrm flipH="1" rot="10800000">
              <a:off x="9130351" y="4267592"/>
              <a:ext cx="387000" cy="94200"/>
            </a:xfrm>
            <a:prstGeom prst="straightConnector1">
              <a:avLst/>
            </a:prstGeom>
            <a:noFill/>
            <a:ln cap="flat" cmpd="sng" w="28575">
              <a:solidFill>
                <a:srgbClr val="7F7F7F"/>
              </a:solidFill>
              <a:prstDash val="solid"/>
              <a:round/>
              <a:headEnd len="sm" w="sm" type="none"/>
              <a:tailEnd len="sm" w="sm" type="none"/>
            </a:ln>
          </p:spPr>
        </p:cxnSp>
        <p:cxnSp>
          <p:nvCxnSpPr>
            <p:cNvPr id="220" name="Google Shape;220;p79"/>
            <p:cNvCxnSpPr>
              <a:endCxn id="206" idx="2"/>
            </p:cNvCxnSpPr>
            <p:nvPr/>
          </p:nvCxnSpPr>
          <p:spPr>
            <a:xfrm>
              <a:off x="9130351" y="4137092"/>
              <a:ext cx="387000" cy="130500"/>
            </a:xfrm>
            <a:prstGeom prst="straightConnector1">
              <a:avLst/>
            </a:prstGeom>
            <a:noFill/>
            <a:ln cap="flat" cmpd="sng" w="28575">
              <a:solidFill>
                <a:srgbClr val="7F7F7F"/>
              </a:solidFill>
              <a:prstDash val="solid"/>
              <a:round/>
              <a:headEnd len="sm" w="sm" type="none"/>
              <a:tailEnd len="sm" w="sm" type="none"/>
            </a:ln>
          </p:spPr>
        </p:cxnSp>
        <p:cxnSp>
          <p:nvCxnSpPr>
            <p:cNvPr id="221" name="Google Shape;221;p79"/>
            <p:cNvCxnSpPr>
              <a:endCxn id="206" idx="2"/>
            </p:cNvCxnSpPr>
            <p:nvPr/>
          </p:nvCxnSpPr>
          <p:spPr>
            <a:xfrm>
              <a:off x="9133051" y="1765892"/>
              <a:ext cx="384300" cy="2501700"/>
            </a:xfrm>
            <a:prstGeom prst="straightConnector1">
              <a:avLst/>
            </a:prstGeom>
            <a:noFill/>
            <a:ln cap="flat" cmpd="sng" w="28575">
              <a:solidFill>
                <a:srgbClr val="7F7F7F"/>
              </a:solidFill>
              <a:prstDash val="solid"/>
              <a:round/>
              <a:headEnd len="sm" w="sm" type="none"/>
              <a:tailEnd len="sm" w="sm" type="none"/>
            </a:ln>
          </p:spPr>
        </p:cxnSp>
        <p:cxnSp>
          <p:nvCxnSpPr>
            <p:cNvPr id="222" name="Google Shape;222;p79"/>
            <p:cNvCxnSpPr>
              <a:endCxn id="207" idx="2"/>
            </p:cNvCxnSpPr>
            <p:nvPr/>
          </p:nvCxnSpPr>
          <p:spPr>
            <a:xfrm flipH="1" rot="10800000">
              <a:off x="9129334" y="3908054"/>
              <a:ext cx="389700" cy="229200"/>
            </a:xfrm>
            <a:prstGeom prst="straightConnector1">
              <a:avLst/>
            </a:prstGeom>
            <a:noFill/>
            <a:ln cap="flat" cmpd="sng" w="28575">
              <a:solidFill>
                <a:srgbClr val="7F7F7F"/>
              </a:solidFill>
              <a:prstDash val="solid"/>
              <a:round/>
              <a:headEnd len="sm" w="sm" type="none"/>
              <a:tailEnd len="sm" w="sm" type="none"/>
            </a:ln>
          </p:spPr>
        </p:cxnSp>
        <p:cxnSp>
          <p:nvCxnSpPr>
            <p:cNvPr id="223" name="Google Shape;223;p79"/>
            <p:cNvCxnSpPr>
              <a:endCxn id="207" idx="2"/>
            </p:cNvCxnSpPr>
            <p:nvPr/>
          </p:nvCxnSpPr>
          <p:spPr>
            <a:xfrm flipH="1" rot="10800000">
              <a:off x="9129334" y="3908054"/>
              <a:ext cx="389700" cy="453900"/>
            </a:xfrm>
            <a:prstGeom prst="straightConnector1">
              <a:avLst/>
            </a:prstGeom>
            <a:noFill/>
            <a:ln cap="flat" cmpd="sng" w="28575">
              <a:solidFill>
                <a:srgbClr val="7F7F7F"/>
              </a:solidFill>
              <a:prstDash val="solid"/>
              <a:round/>
              <a:headEnd len="sm" w="sm" type="none"/>
              <a:tailEnd len="sm" w="sm" type="none"/>
            </a:ln>
          </p:spPr>
        </p:cxnSp>
        <p:cxnSp>
          <p:nvCxnSpPr>
            <p:cNvPr id="224" name="Google Shape;224;p79"/>
            <p:cNvCxnSpPr>
              <a:endCxn id="207" idx="2"/>
            </p:cNvCxnSpPr>
            <p:nvPr/>
          </p:nvCxnSpPr>
          <p:spPr>
            <a:xfrm>
              <a:off x="9132034" y="1765754"/>
              <a:ext cx="387000" cy="2142300"/>
            </a:xfrm>
            <a:prstGeom prst="straightConnector1">
              <a:avLst/>
            </a:prstGeom>
            <a:noFill/>
            <a:ln cap="flat" cmpd="sng" w="28575">
              <a:solidFill>
                <a:srgbClr val="7F7F7F"/>
              </a:solidFill>
              <a:prstDash val="solid"/>
              <a:round/>
              <a:headEnd len="sm" w="sm" type="none"/>
              <a:tailEnd len="sm" w="sm" type="none"/>
            </a:ln>
          </p:spPr>
        </p:cxnSp>
        <p:cxnSp>
          <p:nvCxnSpPr>
            <p:cNvPr id="225" name="Google Shape;225;p79"/>
            <p:cNvCxnSpPr>
              <a:endCxn id="208" idx="2"/>
            </p:cNvCxnSpPr>
            <p:nvPr/>
          </p:nvCxnSpPr>
          <p:spPr>
            <a:xfrm flipH="1" rot="10800000">
              <a:off x="9130351" y="3549841"/>
              <a:ext cx="387000" cy="812100"/>
            </a:xfrm>
            <a:prstGeom prst="straightConnector1">
              <a:avLst/>
            </a:prstGeom>
            <a:noFill/>
            <a:ln cap="flat" cmpd="sng" w="28575">
              <a:solidFill>
                <a:srgbClr val="7F7F7F"/>
              </a:solidFill>
              <a:prstDash val="solid"/>
              <a:round/>
              <a:headEnd len="sm" w="sm" type="none"/>
              <a:tailEnd len="sm" w="sm" type="none"/>
            </a:ln>
          </p:spPr>
        </p:cxnSp>
        <p:cxnSp>
          <p:nvCxnSpPr>
            <p:cNvPr id="226" name="Google Shape;226;p79"/>
            <p:cNvCxnSpPr>
              <a:endCxn id="208" idx="2"/>
            </p:cNvCxnSpPr>
            <p:nvPr/>
          </p:nvCxnSpPr>
          <p:spPr>
            <a:xfrm flipH="1" rot="10800000">
              <a:off x="9130351" y="3549841"/>
              <a:ext cx="387000" cy="587400"/>
            </a:xfrm>
            <a:prstGeom prst="straightConnector1">
              <a:avLst/>
            </a:prstGeom>
            <a:noFill/>
            <a:ln cap="flat" cmpd="sng" w="28575">
              <a:solidFill>
                <a:srgbClr val="7F7F7F"/>
              </a:solidFill>
              <a:prstDash val="solid"/>
              <a:round/>
              <a:headEnd len="sm" w="sm" type="none"/>
              <a:tailEnd len="sm" w="sm" type="none"/>
            </a:ln>
          </p:spPr>
        </p:cxnSp>
        <p:cxnSp>
          <p:nvCxnSpPr>
            <p:cNvPr id="227" name="Google Shape;227;p79"/>
            <p:cNvCxnSpPr>
              <a:endCxn id="208" idx="2"/>
            </p:cNvCxnSpPr>
            <p:nvPr/>
          </p:nvCxnSpPr>
          <p:spPr>
            <a:xfrm>
              <a:off x="9133051" y="1765741"/>
              <a:ext cx="384300" cy="1784100"/>
            </a:xfrm>
            <a:prstGeom prst="straightConnector1">
              <a:avLst/>
            </a:prstGeom>
            <a:noFill/>
            <a:ln cap="flat" cmpd="sng" w="28575">
              <a:solidFill>
                <a:srgbClr val="7F7F7F"/>
              </a:solidFill>
              <a:prstDash val="solid"/>
              <a:round/>
              <a:headEnd len="sm" w="sm" type="none"/>
              <a:tailEnd len="sm" w="sm" type="none"/>
            </a:ln>
          </p:spPr>
        </p:cxnSp>
        <p:cxnSp>
          <p:nvCxnSpPr>
            <p:cNvPr id="228" name="Google Shape;228;p79"/>
            <p:cNvCxnSpPr>
              <a:endCxn id="209" idx="2"/>
            </p:cNvCxnSpPr>
            <p:nvPr/>
          </p:nvCxnSpPr>
          <p:spPr>
            <a:xfrm flipH="1" rot="10800000">
              <a:off x="9129334" y="3175381"/>
              <a:ext cx="389700" cy="1186500"/>
            </a:xfrm>
            <a:prstGeom prst="straightConnector1">
              <a:avLst/>
            </a:prstGeom>
            <a:noFill/>
            <a:ln cap="flat" cmpd="sng" w="28575">
              <a:solidFill>
                <a:srgbClr val="7F7F7F"/>
              </a:solidFill>
              <a:prstDash val="solid"/>
              <a:round/>
              <a:headEnd len="sm" w="sm" type="none"/>
              <a:tailEnd len="sm" w="sm" type="none"/>
            </a:ln>
          </p:spPr>
        </p:cxnSp>
        <p:cxnSp>
          <p:nvCxnSpPr>
            <p:cNvPr id="229" name="Google Shape;229;p79"/>
            <p:cNvCxnSpPr>
              <a:endCxn id="209" idx="2"/>
            </p:cNvCxnSpPr>
            <p:nvPr/>
          </p:nvCxnSpPr>
          <p:spPr>
            <a:xfrm flipH="1" rot="10800000">
              <a:off x="9129334" y="3175381"/>
              <a:ext cx="389700" cy="961800"/>
            </a:xfrm>
            <a:prstGeom prst="straightConnector1">
              <a:avLst/>
            </a:prstGeom>
            <a:noFill/>
            <a:ln cap="flat" cmpd="sng" w="28575">
              <a:solidFill>
                <a:srgbClr val="7F7F7F"/>
              </a:solidFill>
              <a:prstDash val="solid"/>
              <a:round/>
              <a:headEnd len="sm" w="sm" type="none"/>
              <a:tailEnd len="sm" w="sm" type="none"/>
            </a:ln>
          </p:spPr>
        </p:cxnSp>
        <p:cxnSp>
          <p:nvCxnSpPr>
            <p:cNvPr id="230" name="Google Shape;230;p79"/>
            <p:cNvCxnSpPr>
              <a:endCxn id="209" idx="2"/>
            </p:cNvCxnSpPr>
            <p:nvPr/>
          </p:nvCxnSpPr>
          <p:spPr>
            <a:xfrm>
              <a:off x="9132034" y="1765981"/>
              <a:ext cx="387000" cy="1409400"/>
            </a:xfrm>
            <a:prstGeom prst="straightConnector1">
              <a:avLst/>
            </a:prstGeom>
            <a:noFill/>
            <a:ln cap="flat" cmpd="sng" w="28575">
              <a:solidFill>
                <a:srgbClr val="7F7F7F"/>
              </a:solidFill>
              <a:prstDash val="solid"/>
              <a:round/>
              <a:headEnd len="sm" w="sm" type="none"/>
              <a:tailEnd len="sm" w="sm" type="none"/>
            </a:ln>
          </p:spPr>
        </p:cxnSp>
        <p:cxnSp>
          <p:nvCxnSpPr>
            <p:cNvPr id="231" name="Google Shape;231;p79"/>
            <p:cNvCxnSpPr>
              <a:endCxn id="210" idx="2"/>
            </p:cNvCxnSpPr>
            <p:nvPr/>
          </p:nvCxnSpPr>
          <p:spPr>
            <a:xfrm flipH="1" rot="10800000">
              <a:off x="9130351" y="2817168"/>
              <a:ext cx="387000" cy="1320000"/>
            </a:xfrm>
            <a:prstGeom prst="straightConnector1">
              <a:avLst/>
            </a:prstGeom>
            <a:noFill/>
            <a:ln cap="flat" cmpd="sng" w="28575">
              <a:solidFill>
                <a:srgbClr val="7F7F7F"/>
              </a:solidFill>
              <a:prstDash val="solid"/>
              <a:round/>
              <a:headEnd len="sm" w="sm" type="none"/>
              <a:tailEnd len="sm" w="sm" type="none"/>
            </a:ln>
          </p:spPr>
        </p:cxnSp>
        <p:cxnSp>
          <p:nvCxnSpPr>
            <p:cNvPr id="232" name="Google Shape;232;p79"/>
            <p:cNvCxnSpPr>
              <a:endCxn id="210" idx="2"/>
            </p:cNvCxnSpPr>
            <p:nvPr/>
          </p:nvCxnSpPr>
          <p:spPr>
            <a:xfrm flipH="1" rot="10800000">
              <a:off x="9130351" y="2817168"/>
              <a:ext cx="387000" cy="1544700"/>
            </a:xfrm>
            <a:prstGeom prst="straightConnector1">
              <a:avLst/>
            </a:prstGeom>
            <a:noFill/>
            <a:ln cap="flat" cmpd="sng" w="28575">
              <a:solidFill>
                <a:srgbClr val="7F7F7F"/>
              </a:solidFill>
              <a:prstDash val="solid"/>
              <a:round/>
              <a:headEnd len="sm" w="sm" type="none"/>
              <a:tailEnd len="sm" w="sm" type="none"/>
            </a:ln>
          </p:spPr>
        </p:cxnSp>
        <p:cxnSp>
          <p:nvCxnSpPr>
            <p:cNvPr id="233" name="Google Shape;233;p79"/>
            <p:cNvCxnSpPr>
              <a:endCxn id="210" idx="2"/>
            </p:cNvCxnSpPr>
            <p:nvPr/>
          </p:nvCxnSpPr>
          <p:spPr>
            <a:xfrm>
              <a:off x="9133051" y="1765968"/>
              <a:ext cx="384300" cy="1051200"/>
            </a:xfrm>
            <a:prstGeom prst="straightConnector1">
              <a:avLst/>
            </a:prstGeom>
            <a:noFill/>
            <a:ln cap="flat" cmpd="sng" w="28575">
              <a:solidFill>
                <a:srgbClr val="7F7F7F"/>
              </a:solidFill>
              <a:prstDash val="solid"/>
              <a:round/>
              <a:headEnd len="sm" w="sm" type="none"/>
              <a:tailEnd len="sm" w="sm" type="none"/>
            </a:ln>
          </p:spPr>
        </p:cxnSp>
        <p:cxnSp>
          <p:nvCxnSpPr>
            <p:cNvPr id="234" name="Google Shape;234;p79"/>
            <p:cNvCxnSpPr>
              <a:endCxn id="211" idx="2"/>
            </p:cNvCxnSpPr>
            <p:nvPr/>
          </p:nvCxnSpPr>
          <p:spPr>
            <a:xfrm flipH="1" rot="10800000">
              <a:off x="9127629" y="2459537"/>
              <a:ext cx="394500" cy="1902300"/>
            </a:xfrm>
            <a:prstGeom prst="straightConnector1">
              <a:avLst/>
            </a:prstGeom>
            <a:noFill/>
            <a:ln cap="flat" cmpd="sng" w="28575">
              <a:solidFill>
                <a:srgbClr val="7F7F7F"/>
              </a:solidFill>
              <a:prstDash val="solid"/>
              <a:round/>
              <a:headEnd len="sm" w="sm" type="none"/>
              <a:tailEnd len="sm" w="sm" type="none"/>
            </a:ln>
          </p:spPr>
        </p:cxnSp>
        <p:cxnSp>
          <p:nvCxnSpPr>
            <p:cNvPr id="235" name="Google Shape;235;p79"/>
            <p:cNvCxnSpPr>
              <a:endCxn id="211" idx="2"/>
            </p:cNvCxnSpPr>
            <p:nvPr/>
          </p:nvCxnSpPr>
          <p:spPr>
            <a:xfrm flipH="1" rot="10800000">
              <a:off x="9127629" y="2459537"/>
              <a:ext cx="394500" cy="1677600"/>
            </a:xfrm>
            <a:prstGeom prst="straightConnector1">
              <a:avLst/>
            </a:prstGeom>
            <a:noFill/>
            <a:ln cap="flat" cmpd="sng" w="28575">
              <a:solidFill>
                <a:srgbClr val="7F7F7F"/>
              </a:solidFill>
              <a:prstDash val="solid"/>
              <a:round/>
              <a:headEnd len="sm" w="sm" type="none"/>
              <a:tailEnd len="sm" w="sm" type="none"/>
            </a:ln>
          </p:spPr>
        </p:cxnSp>
        <p:cxnSp>
          <p:nvCxnSpPr>
            <p:cNvPr id="236" name="Google Shape;236;p79"/>
            <p:cNvCxnSpPr>
              <a:endCxn id="211" idx="2"/>
            </p:cNvCxnSpPr>
            <p:nvPr/>
          </p:nvCxnSpPr>
          <p:spPr>
            <a:xfrm>
              <a:off x="9130329" y="1765937"/>
              <a:ext cx="391800" cy="693600"/>
            </a:xfrm>
            <a:prstGeom prst="straightConnector1">
              <a:avLst/>
            </a:prstGeom>
            <a:noFill/>
            <a:ln cap="flat" cmpd="sng" w="28575">
              <a:solidFill>
                <a:srgbClr val="7F7F7F"/>
              </a:solidFill>
              <a:prstDash val="solid"/>
              <a:round/>
              <a:headEnd len="sm" w="sm" type="none"/>
              <a:tailEnd len="sm" w="sm" type="none"/>
            </a:ln>
          </p:spPr>
        </p:cxnSp>
        <p:cxnSp>
          <p:nvCxnSpPr>
            <p:cNvPr id="237" name="Google Shape;237;p79"/>
            <p:cNvCxnSpPr>
              <a:endCxn id="212" idx="2"/>
            </p:cNvCxnSpPr>
            <p:nvPr/>
          </p:nvCxnSpPr>
          <p:spPr>
            <a:xfrm flipH="1" rot="10800000">
              <a:off x="9128646" y="2101323"/>
              <a:ext cx="391800" cy="2260500"/>
            </a:xfrm>
            <a:prstGeom prst="straightConnector1">
              <a:avLst/>
            </a:prstGeom>
            <a:noFill/>
            <a:ln cap="flat" cmpd="sng" w="28575">
              <a:solidFill>
                <a:srgbClr val="7F7F7F"/>
              </a:solidFill>
              <a:prstDash val="solid"/>
              <a:round/>
              <a:headEnd len="sm" w="sm" type="none"/>
              <a:tailEnd len="sm" w="sm" type="none"/>
            </a:ln>
          </p:spPr>
        </p:cxnSp>
        <p:cxnSp>
          <p:nvCxnSpPr>
            <p:cNvPr id="238" name="Google Shape;238;p79"/>
            <p:cNvCxnSpPr>
              <a:endCxn id="212" idx="2"/>
            </p:cNvCxnSpPr>
            <p:nvPr/>
          </p:nvCxnSpPr>
          <p:spPr>
            <a:xfrm flipH="1" rot="10800000">
              <a:off x="9128646" y="2101323"/>
              <a:ext cx="391800" cy="2035800"/>
            </a:xfrm>
            <a:prstGeom prst="straightConnector1">
              <a:avLst/>
            </a:prstGeom>
            <a:noFill/>
            <a:ln cap="flat" cmpd="sng" w="28575">
              <a:solidFill>
                <a:srgbClr val="7F7F7F"/>
              </a:solidFill>
              <a:prstDash val="solid"/>
              <a:round/>
              <a:headEnd len="sm" w="sm" type="none"/>
              <a:tailEnd len="sm" w="sm" type="none"/>
            </a:ln>
          </p:spPr>
        </p:cxnSp>
        <p:cxnSp>
          <p:nvCxnSpPr>
            <p:cNvPr id="239" name="Google Shape;239;p79"/>
            <p:cNvCxnSpPr>
              <a:endCxn id="212" idx="2"/>
            </p:cNvCxnSpPr>
            <p:nvPr/>
          </p:nvCxnSpPr>
          <p:spPr>
            <a:xfrm>
              <a:off x="9131346" y="1765923"/>
              <a:ext cx="389100" cy="335400"/>
            </a:xfrm>
            <a:prstGeom prst="straightConnector1">
              <a:avLst/>
            </a:prstGeom>
            <a:noFill/>
            <a:ln cap="flat" cmpd="sng" w="28575">
              <a:solidFill>
                <a:srgbClr val="7F7F7F"/>
              </a:solidFill>
              <a:prstDash val="solid"/>
              <a:round/>
              <a:headEnd len="sm" w="sm" type="none"/>
              <a:tailEnd len="sm" w="sm" type="none"/>
            </a:ln>
          </p:spPr>
        </p:cxnSp>
        <p:cxnSp>
          <p:nvCxnSpPr>
            <p:cNvPr id="240" name="Google Shape;240;p79"/>
            <p:cNvCxnSpPr>
              <a:endCxn id="213" idx="2"/>
            </p:cNvCxnSpPr>
            <p:nvPr/>
          </p:nvCxnSpPr>
          <p:spPr>
            <a:xfrm flipH="1" rot="10800000">
              <a:off x="9129334" y="1743692"/>
              <a:ext cx="389700" cy="2618100"/>
            </a:xfrm>
            <a:prstGeom prst="straightConnector1">
              <a:avLst/>
            </a:prstGeom>
            <a:noFill/>
            <a:ln cap="flat" cmpd="sng" w="28575">
              <a:solidFill>
                <a:srgbClr val="7F7F7F"/>
              </a:solidFill>
              <a:prstDash val="solid"/>
              <a:round/>
              <a:headEnd len="sm" w="sm" type="none"/>
              <a:tailEnd len="sm" w="sm" type="none"/>
            </a:ln>
          </p:spPr>
        </p:cxnSp>
        <p:cxnSp>
          <p:nvCxnSpPr>
            <p:cNvPr id="241" name="Google Shape;241;p79"/>
            <p:cNvCxnSpPr>
              <a:endCxn id="213" idx="2"/>
            </p:cNvCxnSpPr>
            <p:nvPr/>
          </p:nvCxnSpPr>
          <p:spPr>
            <a:xfrm flipH="1" rot="10800000">
              <a:off x="9129334" y="1743692"/>
              <a:ext cx="389700" cy="2393400"/>
            </a:xfrm>
            <a:prstGeom prst="straightConnector1">
              <a:avLst/>
            </a:prstGeom>
            <a:noFill/>
            <a:ln cap="flat" cmpd="sng" w="28575">
              <a:solidFill>
                <a:srgbClr val="7F7F7F"/>
              </a:solidFill>
              <a:prstDash val="solid"/>
              <a:round/>
              <a:headEnd len="sm" w="sm" type="none"/>
              <a:tailEnd len="sm" w="sm" type="none"/>
            </a:ln>
          </p:spPr>
        </p:cxnSp>
        <p:cxnSp>
          <p:nvCxnSpPr>
            <p:cNvPr id="242" name="Google Shape;242;p79"/>
            <p:cNvCxnSpPr>
              <a:endCxn id="213" idx="2"/>
            </p:cNvCxnSpPr>
            <p:nvPr/>
          </p:nvCxnSpPr>
          <p:spPr>
            <a:xfrm flipH="1" rot="10800000">
              <a:off x="9132034" y="1743692"/>
              <a:ext cx="387000" cy="22200"/>
            </a:xfrm>
            <a:prstGeom prst="straightConnector1">
              <a:avLst/>
            </a:prstGeom>
            <a:noFill/>
            <a:ln cap="flat" cmpd="sng" w="28575">
              <a:solidFill>
                <a:srgbClr val="7F7F7F"/>
              </a:solidFill>
              <a:prstDash val="solid"/>
              <a:round/>
              <a:headEnd len="sm" w="sm" type="none"/>
              <a:tailEnd len="sm" w="sm" type="none"/>
            </a:ln>
          </p:spPr>
        </p:cxnSp>
        <p:cxnSp>
          <p:nvCxnSpPr>
            <p:cNvPr id="243" name="Google Shape;243;p79"/>
            <p:cNvCxnSpPr>
              <a:endCxn id="214" idx="2"/>
            </p:cNvCxnSpPr>
            <p:nvPr/>
          </p:nvCxnSpPr>
          <p:spPr>
            <a:xfrm flipH="1" rot="10800000">
              <a:off x="9130351" y="1385479"/>
              <a:ext cx="387000" cy="2976300"/>
            </a:xfrm>
            <a:prstGeom prst="straightConnector1">
              <a:avLst/>
            </a:prstGeom>
            <a:noFill/>
            <a:ln cap="flat" cmpd="sng" w="28575">
              <a:solidFill>
                <a:srgbClr val="7F7F7F"/>
              </a:solidFill>
              <a:prstDash val="solid"/>
              <a:round/>
              <a:headEnd len="sm" w="sm" type="none"/>
              <a:tailEnd len="sm" w="sm" type="none"/>
            </a:ln>
          </p:spPr>
        </p:cxnSp>
        <p:cxnSp>
          <p:nvCxnSpPr>
            <p:cNvPr id="244" name="Google Shape;244;p79"/>
            <p:cNvCxnSpPr>
              <a:endCxn id="214" idx="2"/>
            </p:cNvCxnSpPr>
            <p:nvPr/>
          </p:nvCxnSpPr>
          <p:spPr>
            <a:xfrm flipH="1" rot="10800000">
              <a:off x="9130351" y="1385479"/>
              <a:ext cx="387000" cy="2751600"/>
            </a:xfrm>
            <a:prstGeom prst="straightConnector1">
              <a:avLst/>
            </a:prstGeom>
            <a:noFill/>
            <a:ln cap="flat" cmpd="sng" w="28575">
              <a:solidFill>
                <a:srgbClr val="7F7F7F"/>
              </a:solidFill>
              <a:prstDash val="solid"/>
              <a:round/>
              <a:headEnd len="sm" w="sm" type="none"/>
              <a:tailEnd len="sm" w="sm" type="none"/>
            </a:ln>
          </p:spPr>
        </p:cxnSp>
        <p:cxnSp>
          <p:nvCxnSpPr>
            <p:cNvPr id="245" name="Google Shape;245;p79"/>
            <p:cNvCxnSpPr>
              <a:endCxn id="214" idx="2"/>
            </p:cNvCxnSpPr>
            <p:nvPr/>
          </p:nvCxnSpPr>
          <p:spPr>
            <a:xfrm flipH="1" rot="10800000">
              <a:off x="9133051" y="1385479"/>
              <a:ext cx="384300" cy="380400"/>
            </a:xfrm>
            <a:prstGeom prst="straightConnector1">
              <a:avLst/>
            </a:prstGeom>
            <a:noFill/>
            <a:ln cap="flat" cmpd="sng" w="28575">
              <a:solidFill>
                <a:srgbClr val="7F7F7F"/>
              </a:solidFill>
              <a:prstDash val="solid"/>
              <a:round/>
              <a:headEnd len="sm" w="sm" type="none"/>
              <a:tailEnd len="sm" w="sm" type="none"/>
            </a:ln>
          </p:spPr>
        </p:cxnSp>
      </p:grpSp>
      <p:cxnSp>
        <p:nvCxnSpPr>
          <p:cNvPr id="246" name="Google Shape;246;p79"/>
          <p:cNvCxnSpPr>
            <a:endCxn id="191" idx="2"/>
          </p:cNvCxnSpPr>
          <p:nvPr/>
        </p:nvCxnSpPr>
        <p:spPr>
          <a:xfrm>
            <a:off x="7593610" y="3256850"/>
            <a:ext cx="475200" cy="1093500"/>
          </a:xfrm>
          <a:prstGeom prst="straightConnector1">
            <a:avLst/>
          </a:prstGeom>
          <a:noFill/>
          <a:ln cap="flat" cmpd="sng" w="28575">
            <a:solidFill>
              <a:srgbClr val="7F7F7F"/>
            </a:solidFill>
            <a:prstDash val="solid"/>
            <a:round/>
            <a:headEnd len="sm" w="sm" type="none"/>
            <a:tailEnd len="sm" w="sm" type="none"/>
          </a:ln>
        </p:spPr>
      </p:cxnSp>
      <p:cxnSp>
        <p:nvCxnSpPr>
          <p:cNvPr id="247" name="Google Shape;247;p79"/>
          <p:cNvCxnSpPr>
            <a:endCxn id="190" idx="2"/>
          </p:cNvCxnSpPr>
          <p:nvPr/>
        </p:nvCxnSpPr>
        <p:spPr>
          <a:xfrm>
            <a:off x="7593610" y="3257069"/>
            <a:ext cx="475200" cy="868500"/>
          </a:xfrm>
          <a:prstGeom prst="straightConnector1">
            <a:avLst/>
          </a:prstGeom>
          <a:noFill/>
          <a:ln cap="flat" cmpd="sng" w="28575">
            <a:solidFill>
              <a:srgbClr val="7F7F7F"/>
            </a:solidFill>
            <a:prstDash val="solid"/>
            <a:round/>
            <a:headEnd len="sm" w="sm" type="none"/>
            <a:tailEnd len="sm" w="sm" type="none"/>
          </a:ln>
        </p:spPr>
      </p:cxnSp>
      <p:cxnSp>
        <p:nvCxnSpPr>
          <p:cNvPr id="248" name="Google Shape;248;p79"/>
          <p:cNvCxnSpPr>
            <a:endCxn id="189" idx="2"/>
          </p:cNvCxnSpPr>
          <p:nvPr/>
        </p:nvCxnSpPr>
        <p:spPr>
          <a:xfrm flipH="1" rot="10800000">
            <a:off x="7593614" y="1754334"/>
            <a:ext cx="477900" cy="1502700"/>
          </a:xfrm>
          <a:prstGeom prst="straightConnector1">
            <a:avLst/>
          </a:prstGeom>
          <a:noFill/>
          <a:ln cap="flat" cmpd="sng" w="28575">
            <a:solidFill>
              <a:srgbClr val="7F7F7F"/>
            </a:solidFill>
            <a:prstDash val="solid"/>
            <a:round/>
            <a:headEnd len="sm" w="sm" type="none"/>
            <a:tailEnd len="sm" w="sm" type="none"/>
          </a:ln>
        </p:spPr>
      </p:cxnSp>
      <p:sp>
        <p:nvSpPr>
          <p:cNvPr id="249" name="Google Shape;249;p79"/>
          <p:cNvSpPr txBox="1"/>
          <p:nvPr/>
        </p:nvSpPr>
        <p:spPr>
          <a:xfrm rot="-5400000">
            <a:off x="7685622" y="2741436"/>
            <a:ext cx="2195042" cy="3970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zh-CN" sz="2200" u="none" cap="none" strike="noStrike">
                <a:solidFill>
                  <a:srgbClr val="000000"/>
                </a:solidFill>
                <a:latin typeface="Open Sans"/>
                <a:ea typeface="Noto Sans SC"/>
                <a:cs typeface="Open Sans"/>
                <a:sym typeface="Open Sans"/>
              </a:rPr>
              <a:t>…                 …</a:t>
            </a:r>
            <a:endParaRPr b="0" i="0" sz="2200" u="none" cap="none" strike="noStrike">
              <a:solidFill>
                <a:srgbClr val="000000"/>
              </a:solidFill>
              <a:latin typeface="Open Sans"/>
              <a:ea typeface="Noto Sans SC"/>
              <a:cs typeface="Open Sans"/>
              <a:sym typeface="Open Sans"/>
            </a:endParaRPr>
          </a:p>
        </p:txBody>
      </p:sp>
      <p:sp>
        <p:nvSpPr>
          <p:cNvPr id="250" name="Google Shape;250;p79"/>
          <p:cNvSpPr txBox="1"/>
          <p:nvPr/>
        </p:nvSpPr>
        <p:spPr>
          <a:xfrm rot="-5400000">
            <a:off x="7026531" y="2741436"/>
            <a:ext cx="2195042" cy="39703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2200"/>
              <a:buFont typeface="Open Sans"/>
              <a:buNone/>
            </a:pPr>
            <a:r>
              <a:rPr b="0" i="0" lang="zh-CN" sz="2200" u="none" cap="none" strike="noStrike">
                <a:solidFill>
                  <a:srgbClr val="000000"/>
                </a:solidFill>
                <a:latin typeface="Open Sans"/>
                <a:ea typeface="Noto Sans SC"/>
                <a:cs typeface="Open Sans"/>
                <a:sym typeface="Open Sans"/>
              </a:rPr>
              <a:t>…                 …</a:t>
            </a:r>
            <a:endParaRPr b="0" i="0" sz="2200" u="none" cap="none" strike="noStrike">
              <a:solidFill>
                <a:srgbClr val="000000"/>
              </a:solidFill>
              <a:latin typeface="Open Sans"/>
              <a:ea typeface="Noto Sans SC"/>
              <a:cs typeface="Open Sans"/>
              <a:sym typeface="Open Sans"/>
            </a:endParaRPr>
          </a:p>
        </p:txBody>
      </p:sp>
      <p:cxnSp>
        <p:nvCxnSpPr>
          <p:cNvPr id="251" name="Google Shape;251;p79"/>
          <p:cNvCxnSpPr>
            <a:endCxn id="191" idx="2"/>
          </p:cNvCxnSpPr>
          <p:nvPr/>
        </p:nvCxnSpPr>
        <p:spPr>
          <a:xfrm>
            <a:off x="7598410" y="3075650"/>
            <a:ext cx="470400" cy="1274700"/>
          </a:xfrm>
          <a:prstGeom prst="straightConnector1">
            <a:avLst/>
          </a:prstGeom>
          <a:noFill/>
          <a:ln cap="flat" cmpd="sng" w="28575">
            <a:solidFill>
              <a:srgbClr val="7F7F7F"/>
            </a:solidFill>
            <a:prstDash val="solid"/>
            <a:round/>
            <a:headEnd len="sm" w="sm" type="none"/>
            <a:tailEnd len="sm" w="sm" type="none"/>
          </a:ln>
        </p:spPr>
      </p:cxnSp>
      <p:cxnSp>
        <p:nvCxnSpPr>
          <p:cNvPr id="252" name="Google Shape;252;p79"/>
          <p:cNvCxnSpPr>
            <a:endCxn id="190" idx="2"/>
          </p:cNvCxnSpPr>
          <p:nvPr/>
        </p:nvCxnSpPr>
        <p:spPr>
          <a:xfrm>
            <a:off x="7598410" y="3070769"/>
            <a:ext cx="470400" cy="1054800"/>
          </a:xfrm>
          <a:prstGeom prst="straightConnector1">
            <a:avLst/>
          </a:prstGeom>
          <a:noFill/>
          <a:ln cap="flat" cmpd="sng" w="28575">
            <a:solidFill>
              <a:srgbClr val="7F7F7F"/>
            </a:solidFill>
            <a:prstDash val="solid"/>
            <a:round/>
            <a:headEnd len="sm" w="sm" type="none"/>
            <a:tailEnd len="sm" w="sm" type="none"/>
          </a:ln>
        </p:spPr>
      </p:cxnSp>
      <p:cxnSp>
        <p:nvCxnSpPr>
          <p:cNvPr id="253" name="Google Shape;253;p79"/>
          <p:cNvCxnSpPr>
            <a:endCxn id="189" idx="2"/>
          </p:cNvCxnSpPr>
          <p:nvPr/>
        </p:nvCxnSpPr>
        <p:spPr>
          <a:xfrm flipH="1" rot="10800000">
            <a:off x="7598414" y="1754334"/>
            <a:ext cx="473100" cy="1321500"/>
          </a:xfrm>
          <a:prstGeom prst="straightConnector1">
            <a:avLst/>
          </a:prstGeom>
          <a:noFill/>
          <a:ln cap="flat" cmpd="sng" w="28575">
            <a:solidFill>
              <a:srgbClr val="7F7F7F"/>
            </a:solidFill>
            <a:prstDash val="solid"/>
            <a:round/>
            <a:headEnd len="sm" w="sm" type="none"/>
            <a:tailEnd len="sm" w="sm" type="none"/>
          </a:ln>
        </p:spPr>
      </p:cxnSp>
      <p:cxnSp>
        <p:nvCxnSpPr>
          <p:cNvPr id="254" name="Google Shape;254;p79"/>
          <p:cNvCxnSpPr>
            <a:endCxn id="191" idx="2"/>
          </p:cNvCxnSpPr>
          <p:nvPr/>
        </p:nvCxnSpPr>
        <p:spPr>
          <a:xfrm>
            <a:off x="7598410" y="2637050"/>
            <a:ext cx="470400" cy="1713300"/>
          </a:xfrm>
          <a:prstGeom prst="straightConnector1">
            <a:avLst/>
          </a:prstGeom>
          <a:noFill/>
          <a:ln cap="flat" cmpd="sng" w="28575">
            <a:solidFill>
              <a:srgbClr val="7F7F7F"/>
            </a:solidFill>
            <a:prstDash val="solid"/>
            <a:round/>
            <a:headEnd len="sm" w="sm" type="none"/>
            <a:tailEnd len="sm" w="sm" type="none"/>
          </a:ln>
        </p:spPr>
      </p:cxnSp>
      <p:cxnSp>
        <p:nvCxnSpPr>
          <p:cNvPr id="255" name="Google Shape;255;p79"/>
          <p:cNvCxnSpPr>
            <a:endCxn id="190" idx="2"/>
          </p:cNvCxnSpPr>
          <p:nvPr/>
        </p:nvCxnSpPr>
        <p:spPr>
          <a:xfrm>
            <a:off x="7598410" y="2636969"/>
            <a:ext cx="470400" cy="1488600"/>
          </a:xfrm>
          <a:prstGeom prst="straightConnector1">
            <a:avLst/>
          </a:prstGeom>
          <a:noFill/>
          <a:ln cap="flat" cmpd="sng" w="28575">
            <a:solidFill>
              <a:srgbClr val="7F7F7F"/>
            </a:solidFill>
            <a:prstDash val="solid"/>
            <a:round/>
            <a:headEnd len="sm" w="sm" type="none"/>
            <a:tailEnd len="sm" w="sm" type="none"/>
          </a:ln>
        </p:spPr>
      </p:cxnSp>
      <p:cxnSp>
        <p:nvCxnSpPr>
          <p:cNvPr id="256" name="Google Shape;256;p79"/>
          <p:cNvCxnSpPr>
            <a:endCxn id="189" idx="2"/>
          </p:cNvCxnSpPr>
          <p:nvPr/>
        </p:nvCxnSpPr>
        <p:spPr>
          <a:xfrm flipH="1" rot="10800000">
            <a:off x="7598414" y="1754334"/>
            <a:ext cx="473100" cy="882900"/>
          </a:xfrm>
          <a:prstGeom prst="straightConnector1">
            <a:avLst/>
          </a:prstGeom>
          <a:noFill/>
          <a:ln cap="flat" cmpd="sng" w="28575">
            <a:solidFill>
              <a:srgbClr val="7F7F7F"/>
            </a:solidFill>
            <a:prstDash val="solid"/>
            <a:round/>
            <a:headEnd len="sm" w="sm" type="none"/>
            <a:tailEnd len="sm" w="sm" type="none"/>
          </a:ln>
        </p:spPr>
      </p:cxnSp>
      <p:sp>
        <p:nvSpPr>
          <p:cNvPr id="257" name="Google Shape;257;p79"/>
          <p:cNvSpPr txBox="1"/>
          <p:nvPr/>
        </p:nvSpPr>
        <p:spPr>
          <a:xfrm>
            <a:off x="9164433" y="5002645"/>
            <a:ext cx="902811"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Open Sans"/>
                <a:ea typeface="Noto Sans SC"/>
                <a:cs typeface="Open Sans"/>
                <a:sym typeface="Open Sans"/>
              </a:rPr>
              <a:t>(24)</a:t>
            </a:r>
            <a:endParaRPr/>
          </a:p>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Noto Sans SC"/>
                <a:ea typeface="Noto Sans SC"/>
                <a:cs typeface="Open Sans"/>
                <a:sym typeface="Open Sans"/>
              </a:rPr>
              <a:t>输出预测</a:t>
            </a:r>
            <a:endParaRPr/>
          </a:p>
        </p:txBody>
      </p:sp>
      <p:sp>
        <p:nvSpPr>
          <p:cNvPr id="258" name="Google Shape;258;p79"/>
          <p:cNvSpPr txBox="1"/>
          <p:nvPr/>
        </p:nvSpPr>
        <p:spPr>
          <a:xfrm>
            <a:off x="7813006" y="4456003"/>
            <a:ext cx="599843"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Open Sans"/>
                <a:ea typeface="Noto Sans SC"/>
                <a:cs typeface="Open Sans"/>
                <a:sym typeface="Open Sans"/>
              </a:rPr>
              <a:t>(512)</a:t>
            </a:r>
            <a:endParaRPr/>
          </a:p>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Noto Sans SC"/>
                <a:ea typeface="Noto Sans SC"/>
                <a:cs typeface="Open Sans"/>
                <a:sym typeface="Open Sans"/>
              </a:rPr>
              <a:t>密集</a:t>
            </a:r>
            <a:endParaRPr b="0" i="0" sz="1400" u="none" cap="none" strike="noStrike">
              <a:solidFill>
                <a:srgbClr val="000000"/>
              </a:solidFill>
              <a:latin typeface="Open Sans"/>
              <a:ea typeface="Noto Sans SC"/>
              <a:cs typeface="Open Sans"/>
              <a:sym typeface="Open Sans"/>
            </a:endParaRPr>
          </a:p>
        </p:txBody>
      </p:sp>
      <p:sp>
        <p:nvSpPr>
          <p:cNvPr id="259" name="Google Shape;259;p79"/>
          <p:cNvSpPr txBox="1"/>
          <p:nvPr/>
        </p:nvSpPr>
        <p:spPr>
          <a:xfrm>
            <a:off x="8526691" y="4463335"/>
            <a:ext cx="599843" cy="523220"/>
          </a:xfrm>
          <a:prstGeom prst="rect">
            <a:avLst/>
          </a:prstGeom>
          <a:noFill/>
          <a:ln>
            <a:noFill/>
          </a:ln>
        </p:spPr>
        <p:txBody>
          <a:bodyPr anchorCtr="0" anchor="ctr"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Open Sans"/>
                <a:ea typeface="Noto Sans SC"/>
                <a:cs typeface="Open Sans"/>
                <a:sym typeface="Open Sans"/>
              </a:rPr>
              <a:t>(512)</a:t>
            </a:r>
            <a:endParaRPr/>
          </a:p>
          <a:p>
            <a:pPr indent="0" lvl="0" marL="0" marR="0" rtl="0" algn="ctr">
              <a:lnSpc>
                <a:spcPct val="100000"/>
              </a:lnSpc>
              <a:spcBef>
                <a:spcPts val="0"/>
              </a:spcBef>
              <a:spcAft>
                <a:spcPts val="0"/>
              </a:spcAft>
              <a:buClr>
                <a:srgbClr val="000000"/>
              </a:buClr>
              <a:buSzPts val="1400"/>
              <a:buFont typeface="Open Sans"/>
              <a:buNone/>
            </a:pPr>
            <a:r>
              <a:rPr b="0" i="0" lang="zh-CN" sz="1400" u="none" cap="none" strike="noStrike">
                <a:solidFill>
                  <a:srgbClr val="000000"/>
                </a:solidFill>
                <a:latin typeface="Noto Sans SC"/>
                <a:ea typeface="Noto Sans SC"/>
                <a:cs typeface="Open Sans"/>
                <a:sym typeface="Open Sans"/>
              </a:rPr>
              <a:t>密集</a:t>
            </a:r>
            <a:endParaRPr b="0" i="0" sz="1400" u="none" cap="none" strike="noStrike">
              <a:solidFill>
                <a:srgbClr val="000000"/>
              </a:solidFill>
              <a:latin typeface="Open Sans"/>
              <a:ea typeface="Noto Sans SC"/>
              <a:cs typeface="Open Sans"/>
              <a:sym typeface="Open Sans"/>
            </a:endParaRPr>
          </a:p>
        </p:txBody>
      </p:sp>
      <p:sp>
        <p:nvSpPr>
          <p:cNvPr id="260" name="Google Shape;260;p79"/>
          <p:cNvSpPr/>
          <p:nvPr/>
        </p:nvSpPr>
        <p:spPr>
          <a:xfrm>
            <a:off x="955305" y="2405526"/>
            <a:ext cx="406279" cy="291141"/>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cxnSp>
        <p:nvCxnSpPr>
          <p:cNvPr id="261" name="Google Shape;261;p79"/>
          <p:cNvCxnSpPr/>
          <p:nvPr/>
        </p:nvCxnSpPr>
        <p:spPr>
          <a:xfrm flipH="1" rot="10800000">
            <a:off x="1158444" y="2195709"/>
            <a:ext cx="1624282" cy="345416"/>
          </a:xfrm>
          <a:prstGeom prst="straightConnector1">
            <a:avLst/>
          </a:prstGeom>
          <a:noFill/>
          <a:ln cap="flat" cmpd="sng" w="28575">
            <a:solidFill>
              <a:schemeClr val="accent3"/>
            </a:solidFill>
            <a:prstDash val="solid"/>
            <a:round/>
            <a:headEnd len="sm" w="sm" type="none"/>
            <a:tailEnd len="sm" w="sm" type="none"/>
          </a:ln>
        </p:spPr>
      </p:cxnSp>
      <p:pic>
        <p:nvPicPr>
          <p:cNvPr id="262" name="Google Shape;262;p79"/>
          <p:cNvPicPr preferRelativeResize="0"/>
          <p:nvPr/>
        </p:nvPicPr>
        <p:blipFill rotWithShape="1">
          <a:blip r:embed="rId4">
            <a:alphaModFix/>
          </a:blip>
          <a:srcRect b="39913" l="48018" r="44192" t="46330"/>
          <a:stretch/>
        </p:blipFill>
        <p:spPr>
          <a:xfrm>
            <a:off x="2317031" y="1759554"/>
            <a:ext cx="854829" cy="849160"/>
          </a:xfrm>
          <a:prstGeom prst="rect">
            <a:avLst/>
          </a:prstGeom>
          <a:noFill/>
          <a:ln>
            <a:noFill/>
          </a:ln>
        </p:spPr>
      </p:pic>
      <p:cxnSp>
        <p:nvCxnSpPr>
          <p:cNvPr id="263" name="Google Shape;263;p79"/>
          <p:cNvCxnSpPr/>
          <p:nvPr/>
        </p:nvCxnSpPr>
        <p:spPr>
          <a:xfrm>
            <a:off x="1168869" y="2544940"/>
            <a:ext cx="1592966" cy="679040"/>
          </a:xfrm>
          <a:prstGeom prst="straightConnector1">
            <a:avLst/>
          </a:prstGeom>
          <a:noFill/>
          <a:ln cap="flat" cmpd="sng" w="28575">
            <a:solidFill>
              <a:schemeClr val="accent3"/>
            </a:solidFill>
            <a:prstDash val="solid"/>
            <a:round/>
            <a:headEnd len="sm" w="sm" type="none"/>
            <a:tailEnd len="sm" w="sm" type="none"/>
          </a:ln>
        </p:spPr>
      </p:cxnSp>
      <p:pic>
        <p:nvPicPr>
          <p:cNvPr id="264" name="Google Shape;264;p79"/>
          <p:cNvPicPr preferRelativeResize="0"/>
          <p:nvPr/>
        </p:nvPicPr>
        <p:blipFill rotWithShape="1">
          <a:blip r:embed="rId4">
            <a:alphaModFix/>
          </a:blip>
          <a:srcRect b="39877" l="33839" r="58553" t="46366"/>
          <a:stretch/>
        </p:blipFill>
        <p:spPr>
          <a:xfrm>
            <a:off x="2365340" y="2741830"/>
            <a:ext cx="834773" cy="849160"/>
          </a:xfrm>
          <a:prstGeom prst="rect">
            <a:avLst/>
          </a:prstGeom>
          <a:noFill/>
          <a:ln>
            <a:noFill/>
          </a:ln>
        </p:spPr>
      </p:pic>
      <p:cxnSp>
        <p:nvCxnSpPr>
          <p:cNvPr id="265" name="Google Shape;265;p79"/>
          <p:cNvCxnSpPr/>
          <p:nvPr/>
        </p:nvCxnSpPr>
        <p:spPr>
          <a:xfrm>
            <a:off x="2761680" y="2185277"/>
            <a:ext cx="1118146" cy="414419"/>
          </a:xfrm>
          <a:prstGeom prst="straightConnector1">
            <a:avLst/>
          </a:prstGeom>
          <a:noFill/>
          <a:ln cap="flat" cmpd="sng" w="28575">
            <a:solidFill>
              <a:schemeClr val="accent3"/>
            </a:solidFill>
            <a:prstDash val="solid"/>
            <a:round/>
            <a:headEnd len="sm" w="sm" type="none"/>
            <a:tailEnd len="sm" w="sm" type="none"/>
          </a:ln>
        </p:spPr>
      </p:cxnSp>
      <p:pic>
        <p:nvPicPr>
          <p:cNvPr id="266" name="Google Shape;266;p79"/>
          <p:cNvPicPr preferRelativeResize="0"/>
          <p:nvPr/>
        </p:nvPicPr>
        <p:blipFill rotWithShape="1">
          <a:blip r:embed="rId5">
            <a:alphaModFix/>
          </a:blip>
          <a:srcRect b="47010" l="34328" r="58064" t="39232"/>
          <a:stretch/>
        </p:blipFill>
        <p:spPr>
          <a:xfrm>
            <a:off x="3046768" y="1802120"/>
            <a:ext cx="1359853" cy="1383290"/>
          </a:xfrm>
          <a:prstGeom prst="rect">
            <a:avLst/>
          </a:prstGeom>
          <a:noFill/>
          <a:ln>
            <a:noFill/>
          </a:ln>
        </p:spPr>
      </p:pic>
      <p:sp>
        <p:nvSpPr>
          <p:cNvPr id="267" name="Google Shape;267;p79"/>
          <p:cNvSpPr/>
          <p:nvPr/>
        </p:nvSpPr>
        <p:spPr>
          <a:xfrm>
            <a:off x="3283856" y="2161562"/>
            <a:ext cx="406279" cy="291141"/>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cxnSp>
        <p:nvCxnSpPr>
          <p:cNvPr id="268" name="Google Shape;268;p79"/>
          <p:cNvCxnSpPr/>
          <p:nvPr/>
        </p:nvCxnSpPr>
        <p:spPr>
          <a:xfrm flipH="1" rot="10800000">
            <a:off x="2790693" y="2957417"/>
            <a:ext cx="630266" cy="208747"/>
          </a:xfrm>
          <a:prstGeom prst="straightConnector1">
            <a:avLst/>
          </a:prstGeom>
          <a:noFill/>
          <a:ln cap="flat" cmpd="sng" w="28575">
            <a:solidFill>
              <a:schemeClr val="accent3"/>
            </a:solidFill>
            <a:prstDash val="solid"/>
            <a:round/>
            <a:headEnd len="sm" w="sm" type="none"/>
            <a:tailEnd len="sm" w="sm" type="none"/>
          </a:ln>
        </p:spPr>
      </p:cxnSp>
      <p:grpSp>
        <p:nvGrpSpPr>
          <p:cNvPr id="269" name="Google Shape;269;p79"/>
          <p:cNvGrpSpPr/>
          <p:nvPr/>
        </p:nvGrpSpPr>
        <p:grpSpPr>
          <a:xfrm>
            <a:off x="3213348" y="2102991"/>
            <a:ext cx="1359853" cy="1379666"/>
            <a:chOff x="3213348" y="2102991"/>
            <a:chExt cx="1359853" cy="1379666"/>
          </a:xfrm>
        </p:grpSpPr>
        <p:pic>
          <p:nvPicPr>
            <p:cNvPr id="270" name="Google Shape;270;p79"/>
            <p:cNvPicPr preferRelativeResize="0"/>
            <p:nvPr/>
          </p:nvPicPr>
          <p:blipFill rotWithShape="1">
            <a:blip r:embed="rId5">
              <a:alphaModFix/>
            </a:blip>
            <a:srcRect b="47044" l="48611" r="43867" t="39389"/>
            <a:stretch/>
          </p:blipFill>
          <p:spPr>
            <a:xfrm>
              <a:off x="3213348" y="2102991"/>
              <a:ext cx="1359853" cy="1379666"/>
            </a:xfrm>
            <a:prstGeom prst="rect">
              <a:avLst/>
            </a:prstGeom>
            <a:noFill/>
            <a:ln>
              <a:noFill/>
            </a:ln>
          </p:spPr>
        </p:pic>
        <p:sp>
          <p:nvSpPr>
            <p:cNvPr id="271" name="Google Shape;271;p79"/>
            <p:cNvSpPr/>
            <p:nvPr/>
          </p:nvSpPr>
          <p:spPr>
            <a:xfrm>
              <a:off x="3473547" y="2448480"/>
              <a:ext cx="406279" cy="291141"/>
            </a:xfrm>
            <a:prstGeom prst="rect">
              <a:avLst/>
            </a:prstGeom>
            <a:noFill/>
            <a:ln cap="flat" cmpd="sng" w="25400">
              <a:solidFill>
                <a:schemeClr val="accent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grpSp>
      <p:cxnSp>
        <p:nvCxnSpPr>
          <p:cNvPr id="272" name="Google Shape;272;p79"/>
          <p:cNvCxnSpPr/>
          <p:nvPr/>
        </p:nvCxnSpPr>
        <p:spPr>
          <a:xfrm flipH="1" rot="10800000">
            <a:off x="3475551" y="1981220"/>
            <a:ext cx="1521361" cy="337124"/>
          </a:xfrm>
          <a:prstGeom prst="straightConnector1">
            <a:avLst/>
          </a:prstGeom>
          <a:noFill/>
          <a:ln cap="flat" cmpd="sng" w="28575">
            <a:solidFill>
              <a:schemeClr val="accent3"/>
            </a:solidFill>
            <a:prstDash val="solid"/>
            <a:round/>
            <a:headEnd len="sm" w="sm" type="none"/>
            <a:tailEnd len="sm" w="sm" type="none"/>
          </a:ln>
        </p:spPr>
      </p:cxnSp>
      <p:pic>
        <p:nvPicPr>
          <p:cNvPr id="273" name="Google Shape;273;p79"/>
          <p:cNvPicPr preferRelativeResize="0"/>
          <p:nvPr/>
        </p:nvPicPr>
        <p:blipFill rotWithShape="1">
          <a:blip r:embed="rId6">
            <a:alphaModFix/>
          </a:blip>
          <a:srcRect b="37066" l="33839" r="58501" t="48989"/>
          <a:stretch/>
        </p:blipFill>
        <p:spPr>
          <a:xfrm>
            <a:off x="4540757" y="1598277"/>
            <a:ext cx="840407" cy="860670"/>
          </a:xfrm>
          <a:prstGeom prst="rect">
            <a:avLst/>
          </a:prstGeom>
          <a:noFill/>
          <a:ln>
            <a:noFill/>
          </a:ln>
        </p:spPr>
      </p:pic>
      <p:cxnSp>
        <p:nvCxnSpPr>
          <p:cNvPr id="274" name="Google Shape;274;p79"/>
          <p:cNvCxnSpPr/>
          <p:nvPr/>
        </p:nvCxnSpPr>
        <p:spPr>
          <a:xfrm>
            <a:off x="3481451" y="2307132"/>
            <a:ext cx="1515461" cy="693267"/>
          </a:xfrm>
          <a:prstGeom prst="straightConnector1">
            <a:avLst/>
          </a:prstGeom>
          <a:noFill/>
          <a:ln cap="flat" cmpd="sng" w="28575">
            <a:solidFill>
              <a:schemeClr val="accent3"/>
            </a:solidFill>
            <a:prstDash val="solid"/>
            <a:round/>
            <a:headEnd len="sm" w="sm" type="none"/>
            <a:tailEnd len="sm" w="sm" type="none"/>
          </a:ln>
        </p:spPr>
      </p:cxnSp>
      <p:pic>
        <p:nvPicPr>
          <p:cNvPr id="275" name="Google Shape;275;p79"/>
          <p:cNvPicPr preferRelativeResize="0"/>
          <p:nvPr/>
        </p:nvPicPr>
        <p:blipFill rotWithShape="1">
          <a:blip r:embed="rId6">
            <a:alphaModFix/>
          </a:blip>
          <a:srcRect b="20771" l="48095" r="44259" t="65776"/>
          <a:stretch/>
        </p:blipFill>
        <p:spPr>
          <a:xfrm>
            <a:off x="4520125" y="2673276"/>
            <a:ext cx="838907" cy="830314"/>
          </a:xfrm>
          <a:prstGeom prst="rect">
            <a:avLst/>
          </a:prstGeom>
          <a:noFill/>
          <a:ln cap="flat" cmpd="sng" w="9525">
            <a:solidFill>
              <a:srgbClr val="B3B3B3">
                <a:alpha val="56078"/>
              </a:srgbClr>
            </a:solidFill>
            <a:prstDash val="solid"/>
            <a:round/>
            <a:headEnd len="sm" w="sm" type="none"/>
            <a:tailEnd len="sm" w="sm" type="none"/>
          </a:ln>
        </p:spPr>
      </p:pic>
      <p:cxnSp>
        <p:nvCxnSpPr>
          <p:cNvPr id="276" name="Google Shape;276;p79"/>
          <p:cNvCxnSpPr/>
          <p:nvPr/>
        </p:nvCxnSpPr>
        <p:spPr>
          <a:xfrm>
            <a:off x="3690135" y="2600295"/>
            <a:ext cx="1307232" cy="575086"/>
          </a:xfrm>
          <a:prstGeom prst="straightConnector1">
            <a:avLst/>
          </a:prstGeom>
          <a:noFill/>
          <a:ln cap="flat" cmpd="sng" w="28575">
            <a:solidFill>
              <a:schemeClr val="accent3"/>
            </a:solidFill>
            <a:prstDash val="solid"/>
            <a:round/>
            <a:headEnd len="sm" w="sm" type="none"/>
            <a:tailEnd len="sm" w="sm" type="none"/>
          </a:ln>
        </p:spPr>
      </p:cxnSp>
      <p:pic>
        <p:nvPicPr>
          <p:cNvPr id="277" name="Google Shape;277;p79"/>
          <p:cNvPicPr preferRelativeResize="0"/>
          <p:nvPr/>
        </p:nvPicPr>
        <p:blipFill rotWithShape="1">
          <a:blip r:embed="rId6">
            <a:alphaModFix/>
          </a:blip>
          <a:srcRect b="20664" l="48103" r="44252" t="65700"/>
          <a:stretch/>
        </p:blipFill>
        <p:spPr>
          <a:xfrm>
            <a:off x="4602059" y="2745336"/>
            <a:ext cx="838907" cy="841654"/>
          </a:xfrm>
          <a:prstGeom prst="rect">
            <a:avLst/>
          </a:prstGeom>
          <a:noFill/>
          <a:ln>
            <a:noFill/>
          </a:ln>
        </p:spPr>
      </p:pic>
      <p:cxnSp>
        <p:nvCxnSpPr>
          <p:cNvPr id="278" name="Google Shape;278;p79"/>
          <p:cNvCxnSpPr/>
          <p:nvPr/>
        </p:nvCxnSpPr>
        <p:spPr>
          <a:xfrm flipH="1" rot="10800000">
            <a:off x="3676686" y="2116039"/>
            <a:ext cx="1387071" cy="484444"/>
          </a:xfrm>
          <a:prstGeom prst="straightConnector1">
            <a:avLst/>
          </a:prstGeom>
          <a:noFill/>
          <a:ln cap="flat" cmpd="sng" w="28575">
            <a:solidFill>
              <a:schemeClr val="accent3"/>
            </a:solidFill>
            <a:prstDash val="solid"/>
            <a:round/>
            <a:headEnd len="sm" w="sm" type="none"/>
            <a:tailEnd len="sm" w="sm" type="none"/>
          </a:ln>
        </p:spPr>
      </p:cxnSp>
      <p:pic>
        <p:nvPicPr>
          <p:cNvPr id="279" name="Google Shape;279;p79"/>
          <p:cNvPicPr preferRelativeResize="0"/>
          <p:nvPr/>
        </p:nvPicPr>
        <p:blipFill rotWithShape="1">
          <a:blip r:embed="rId6">
            <a:alphaModFix/>
          </a:blip>
          <a:srcRect b="37094" l="48024" r="44231" t="49170"/>
          <a:stretch/>
        </p:blipFill>
        <p:spPr>
          <a:xfrm>
            <a:off x="4627584" y="1686960"/>
            <a:ext cx="860278" cy="858158"/>
          </a:xfrm>
          <a:prstGeom prst="rect">
            <a:avLst/>
          </a:prstGeom>
          <a:noFill/>
          <a:ln>
            <a:noFill/>
          </a:ln>
        </p:spPr>
      </p:pic>
      <p:cxnSp>
        <p:nvCxnSpPr>
          <p:cNvPr id="280" name="Google Shape;280;p79"/>
          <p:cNvCxnSpPr/>
          <p:nvPr/>
        </p:nvCxnSpPr>
        <p:spPr>
          <a:xfrm>
            <a:off x="5076035" y="2124250"/>
            <a:ext cx="1118146" cy="414419"/>
          </a:xfrm>
          <a:prstGeom prst="straightConnector1">
            <a:avLst/>
          </a:prstGeom>
          <a:noFill/>
          <a:ln cap="flat" cmpd="sng" w="28575">
            <a:solidFill>
              <a:schemeClr val="accent3"/>
            </a:solidFill>
            <a:prstDash val="solid"/>
            <a:round/>
            <a:headEnd len="sm" w="sm" type="none"/>
            <a:tailEnd len="sm" w="sm" type="none"/>
          </a:ln>
        </p:spPr>
      </p:cxnSp>
      <p:pic>
        <p:nvPicPr>
          <p:cNvPr id="281" name="Google Shape;281;p79"/>
          <p:cNvPicPr preferRelativeResize="0"/>
          <p:nvPr/>
        </p:nvPicPr>
        <p:blipFill rotWithShape="1">
          <a:blip r:embed="rId5">
            <a:alphaModFix/>
          </a:blip>
          <a:srcRect b="30443" l="34394" r="58015" t="55920"/>
          <a:stretch/>
        </p:blipFill>
        <p:spPr>
          <a:xfrm>
            <a:off x="5398847" y="1753841"/>
            <a:ext cx="1365407" cy="1379665"/>
          </a:xfrm>
          <a:prstGeom prst="rect">
            <a:avLst/>
          </a:prstGeom>
          <a:noFill/>
          <a:ln>
            <a:noFill/>
          </a:ln>
        </p:spPr>
      </p:pic>
      <p:cxnSp>
        <p:nvCxnSpPr>
          <p:cNvPr id="282" name="Google Shape;282;p79"/>
          <p:cNvCxnSpPr/>
          <p:nvPr/>
        </p:nvCxnSpPr>
        <p:spPr>
          <a:xfrm flipH="1" rot="10800000">
            <a:off x="5038357" y="2939950"/>
            <a:ext cx="793147" cy="235432"/>
          </a:xfrm>
          <a:prstGeom prst="straightConnector1">
            <a:avLst/>
          </a:prstGeom>
          <a:noFill/>
          <a:ln cap="flat" cmpd="sng" w="28575">
            <a:solidFill>
              <a:schemeClr val="accent3"/>
            </a:solidFill>
            <a:prstDash val="solid"/>
            <a:round/>
            <a:headEnd len="sm" w="sm" type="none"/>
            <a:tailEnd len="sm" w="sm" type="none"/>
          </a:ln>
        </p:spPr>
      </p:cxnSp>
      <p:pic>
        <p:nvPicPr>
          <p:cNvPr id="283" name="Google Shape;283;p79"/>
          <p:cNvPicPr preferRelativeResize="0"/>
          <p:nvPr/>
        </p:nvPicPr>
        <p:blipFill rotWithShape="1">
          <a:blip r:embed="rId5">
            <a:alphaModFix/>
          </a:blip>
          <a:srcRect b="30529" l="48680" r="43764" t="55835"/>
          <a:stretch/>
        </p:blipFill>
        <p:spPr>
          <a:xfrm>
            <a:off x="5554252" y="1991815"/>
            <a:ext cx="1342828" cy="1363370"/>
          </a:xfrm>
          <a:prstGeom prst="rect">
            <a:avLst/>
          </a:prstGeom>
          <a:noFill/>
          <a:ln>
            <a:noFill/>
          </a:ln>
        </p:spPr>
      </p:pic>
      <p:cxnSp>
        <p:nvCxnSpPr>
          <p:cNvPr id="284" name="Google Shape;284;p79"/>
          <p:cNvCxnSpPr/>
          <p:nvPr/>
        </p:nvCxnSpPr>
        <p:spPr>
          <a:xfrm flipH="1" rot="10800000">
            <a:off x="6575885" y="1575682"/>
            <a:ext cx="630784" cy="40278"/>
          </a:xfrm>
          <a:prstGeom prst="straightConnector1">
            <a:avLst/>
          </a:prstGeom>
          <a:noFill/>
          <a:ln cap="flat" cmpd="sng" w="28575">
            <a:solidFill>
              <a:schemeClr val="accent3"/>
            </a:solidFill>
            <a:prstDash val="solid"/>
            <a:round/>
            <a:headEnd len="sm" w="sm" type="none"/>
            <a:tailEnd len="sm" w="sm" type="none"/>
          </a:ln>
        </p:spPr>
      </p:cxnSp>
      <p:sp>
        <p:nvSpPr>
          <p:cNvPr id="285" name="Google Shape;285;p79"/>
          <p:cNvSpPr/>
          <p:nvPr/>
        </p:nvSpPr>
        <p:spPr>
          <a:xfrm rot="-5400000">
            <a:off x="1849417" y="4778461"/>
            <a:ext cx="1031846" cy="914400"/>
          </a:xfrm>
          <a:prstGeom prst="upArrow">
            <a:avLst>
              <a:gd fmla="val 50000" name="adj1"/>
              <a:gd fmla="val 50000" name="adj2"/>
            </a:avLst>
          </a:prstGeom>
          <a:solidFill>
            <a:schemeClr val="accent5"/>
          </a:solidFill>
          <a:ln cap="flat" cmpd="sng" w="25400">
            <a:solidFill>
              <a:srgbClr val="4F080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Open Sans"/>
              <a:buNone/>
            </a:pPr>
            <a:r>
              <a:t/>
            </a:r>
            <a:endParaRPr b="0" i="0" sz="1800" u="none" cap="none" strike="noStrike">
              <a:solidFill>
                <a:srgbClr val="FFFFFF"/>
              </a:solidFill>
              <a:latin typeface="Open Sans"/>
              <a:ea typeface="Noto Sans SC"/>
              <a:cs typeface="Open Sans"/>
              <a:sym typeface="Open Sans"/>
            </a:endParaRPr>
          </a:p>
        </p:txBody>
      </p:sp>
      <p:sp>
        <p:nvSpPr>
          <p:cNvPr id="287" name="Restored Title 1"/>
          <p:cNvSpPr txBox="1"/>
          <p:nvPr/>
        </p:nvSpPr>
        <p:spPr>
          <a:xfrm>
            <a:off x="516750" y="640238"/>
            <a:ext cx="9976104" cy="590931"/>
          </a:xfrm>
          <a:prstGeom prst="rect">
            <a:avLst/>
          </a:prstGeom>
          <a:noFill/>
        </p:spPr>
        <p:txBody>
          <a:bodyPr wrap="none" lIns="0" rIns="0" tIns="0" bIns="0" anchor="ctr">
            <a:spAutoFit/>
          </a:bodyPr>
          <a:lstStyle/>
          <a:p>
            <a:pPr algn="ctr"/>
            <a:r>
              <a:rPr sz="3600" b="1">
                <a:solidFill>
                  <a:srgbClr val="000000"/>
                </a:solidFill>
                <a:latin typeface="Noto Sans SC"/>
              </a:rPr>
              <a:t>模型部署</a:t>
            </a:r>
          </a:p>
        </p:txBody>
      </p:sp>
      <p:sp xmlns:p="http://schemas.openxmlformats.org/presentationml/2006/main" xmlns:a="http://schemas.openxmlformats.org/drawingml/2006/main">
        <p:nvSpPr>
          <p:cNvPr id="28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289" name="Shape 289"/>
        <p:cNvGrpSpPr/>
        <p:nvPr/>
      </p:nvGrpSpPr>
      <p:grpSpPr>
        <a:xfrm>
          <a:off x="0" y="0"/>
          <a:ext cx="0" cy="0"/>
          <a:chOff x="0" y="0"/>
          <a:chExt cx="0" cy="0"/>
        </a:xfrm>
      </p:grpSpPr>
      <p:sp>
        <p:nvSpPr>
          <p:cNvPr id="290" name="Google Shape;290;p17"/>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模型部署</a:t>
            </a:r>
            <a:endParaRPr b="1" i="0" sz="3600" u="none" cap="none" strike="noStrike">
              <a:solidFill>
                <a:schemeClr val="dk2"/>
              </a:solidFill>
              <a:latin typeface="Open Sans"/>
              <a:ea typeface="Noto Sans SC"/>
              <a:cs typeface="Open Sans"/>
              <a:sym typeface="Open Sans"/>
            </a:endParaRPr>
          </a:p>
        </p:txBody>
      </p:sp>
      <p:pic>
        <p:nvPicPr>
          <p:cNvPr descr="A picture containing table, indoor, sitting, small  Description automatically generated" id="291" name="Google Shape;291;p17"/>
          <p:cNvPicPr preferRelativeResize="0"/>
          <p:nvPr/>
        </p:nvPicPr>
        <p:blipFill rotWithShape="1">
          <a:blip r:embed="rId3">
            <a:alphaModFix/>
          </a:blip>
          <a:srcRect b="45055" l="35983" r="30159" t="12337"/>
          <a:stretch/>
        </p:blipFill>
        <p:spPr>
          <a:xfrm>
            <a:off x="4053604" y="1988191"/>
            <a:ext cx="1205491" cy="1144065"/>
          </a:xfrm>
          <a:prstGeom prst="rect">
            <a:avLst/>
          </a:prstGeom>
          <a:noFill/>
          <a:ln>
            <a:noFill/>
          </a:ln>
        </p:spPr>
      </p:pic>
      <p:pic>
        <p:nvPicPr>
          <p:cNvPr descr="A picture containing table, indoor, sitting, small  Description automatically generated" id="292" name="Google Shape;292;p17"/>
          <p:cNvPicPr preferRelativeResize="0"/>
          <p:nvPr/>
        </p:nvPicPr>
        <p:blipFill rotWithShape="1">
          <a:blip r:embed="rId3">
            <a:alphaModFix/>
          </a:blip>
          <a:srcRect b="45055" l="45493" r="20649" t="12337"/>
          <a:stretch/>
        </p:blipFill>
        <p:spPr>
          <a:xfrm>
            <a:off x="9078667" y="1988191"/>
            <a:ext cx="1205491" cy="1144065"/>
          </a:xfrm>
          <a:prstGeom prst="rect">
            <a:avLst/>
          </a:prstGeom>
          <a:noFill/>
          <a:ln>
            <a:noFill/>
          </a:ln>
        </p:spPr>
      </p:pic>
      <p:pic>
        <p:nvPicPr>
          <p:cNvPr descr="A picture containing table, indoor, sitting, small  Description automatically generated" id="293" name="Google Shape;293;p17"/>
          <p:cNvPicPr preferRelativeResize="0"/>
          <p:nvPr/>
        </p:nvPicPr>
        <p:blipFill rotWithShape="1">
          <a:blip r:embed="rId3">
            <a:alphaModFix/>
          </a:blip>
          <a:srcRect b="45055" l="26861" r="39282" t="12337"/>
          <a:stretch/>
        </p:blipFill>
        <p:spPr>
          <a:xfrm>
            <a:off x="5728625" y="1988191"/>
            <a:ext cx="1205491" cy="1144065"/>
          </a:xfrm>
          <a:prstGeom prst="rect">
            <a:avLst/>
          </a:prstGeom>
          <a:noFill/>
          <a:ln>
            <a:noFill/>
          </a:ln>
        </p:spPr>
      </p:pic>
      <p:pic>
        <p:nvPicPr>
          <p:cNvPr descr="A picture containing table, indoor, sitting, small  Description automatically generated" id="294" name="Google Shape;294;p17"/>
          <p:cNvPicPr preferRelativeResize="0"/>
          <p:nvPr/>
        </p:nvPicPr>
        <p:blipFill rotWithShape="1">
          <a:blip r:embed="rId3">
            <a:alphaModFix/>
          </a:blip>
          <a:srcRect b="56148" l="35983" r="30159" t="1245"/>
          <a:stretch/>
        </p:blipFill>
        <p:spPr>
          <a:xfrm>
            <a:off x="7403646" y="1988191"/>
            <a:ext cx="1205491" cy="1144065"/>
          </a:xfrm>
          <a:prstGeom prst="rect">
            <a:avLst/>
          </a:prstGeom>
          <a:noFill/>
          <a:ln>
            <a:noFill/>
          </a:ln>
        </p:spPr>
      </p:pic>
      <p:pic>
        <p:nvPicPr>
          <p:cNvPr descr="A picture containing table, indoor, sitting, small  Description automatically generated" id="295" name="Google Shape;295;p17"/>
          <p:cNvPicPr preferRelativeResize="0"/>
          <p:nvPr/>
        </p:nvPicPr>
        <p:blipFill rotWithShape="1">
          <a:blip r:embed="rId3">
            <a:alphaModFix/>
          </a:blip>
          <a:srcRect b="34187" l="35983" r="30159" t="23206"/>
          <a:stretch/>
        </p:blipFill>
        <p:spPr>
          <a:xfrm>
            <a:off x="2378583" y="1988191"/>
            <a:ext cx="1205491" cy="1144065"/>
          </a:xfrm>
          <a:prstGeom prst="rect">
            <a:avLst/>
          </a:prstGeom>
          <a:noFill/>
          <a:ln>
            <a:noFill/>
          </a:ln>
        </p:spPr>
      </p:pic>
      <p:sp>
        <p:nvSpPr>
          <p:cNvPr id="296" name="Google Shape;296;p17"/>
          <p:cNvSpPr/>
          <p:nvPr/>
        </p:nvSpPr>
        <p:spPr>
          <a:xfrm rot="-5400000">
            <a:off x="6326620" y="-137098"/>
            <a:ext cx="387446" cy="7252283"/>
          </a:xfrm>
          <a:prstGeom prst="leftBrace">
            <a:avLst>
              <a:gd fmla="val 8333" name="adj1"/>
              <a:gd fmla="val 50000" name="adj2"/>
            </a:avLst>
          </a:prstGeom>
          <a:noFill/>
          <a:ln cap="flat" cmpd="sng" w="381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p:nvSpPr>
          <p:cNvPr id="297" name="Google Shape;297;p17"/>
          <p:cNvSpPr/>
          <p:nvPr/>
        </p:nvSpPr>
        <p:spPr>
          <a:xfrm>
            <a:off x="199194" y="2093630"/>
            <a:ext cx="1944624" cy="933186"/>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Open Sans"/>
              <a:buNone/>
            </a:pPr>
            <a:r>
              <a:rPr b="0" i="0" lang="zh-CN" sz="2400" u="none" cap="none" strike="noStrike">
                <a:solidFill>
                  <a:srgbClr val="000000"/>
                </a:solidFill>
                <a:latin typeface="Noto Sans SC"/>
                <a:ea typeface="Noto Sans SC"/>
                <a:cs typeface="Open Sans"/>
                <a:sym typeface="Open Sans"/>
              </a:rPr>
              <a:t>训练批量</a:t>
            </a:r>
            <a:br>
              <a:rPr b="0" i="0" lang="zh-CN" sz="2400" u="none" cap="none" strike="noStrike">
                <a:solidFill>
                  <a:srgbClr val="000000"/>
                </a:solidFill>
                <a:latin typeface="Open Sans"/>
                <a:ea typeface="Noto Sans SC"/>
                <a:cs typeface="Open Sans"/>
                <a:sym typeface="Open Sans"/>
              </a:rPr>
            </a:br>
            <a:r>
              <a:rPr b="0" i="0" lang="zh-CN" sz="2400" u="none" cap="none" strike="noStrike">
                <a:solidFill>
                  <a:srgbClr val="000000"/>
                </a:solidFill>
                <a:latin typeface="Noto Sans SC"/>
                <a:ea typeface="Noto Sans SC"/>
                <a:cs typeface="Open Sans"/>
                <a:sym typeface="Open Sans"/>
              </a:rPr>
              <a:t>输入</a:t>
            </a:r>
            <a:endParaRPr b="0" i="0" sz="1400" u="none" cap="none" strike="noStrike">
              <a:solidFill>
                <a:srgbClr val="000000"/>
              </a:solidFill>
              <a:latin typeface="Open Sans"/>
              <a:ea typeface="Noto Sans SC"/>
              <a:cs typeface="Open Sans"/>
              <a:sym typeface="Open Sans"/>
            </a:endParaRPr>
          </a:p>
        </p:txBody>
      </p:sp>
      <p:sp>
        <p:nvSpPr>
          <p:cNvPr id="298" name="Google Shape;298;p17"/>
          <p:cNvSpPr/>
          <p:nvPr/>
        </p:nvSpPr>
        <p:spPr>
          <a:xfrm>
            <a:off x="4053604" y="3772212"/>
            <a:ext cx="4965266" cy="590931"/>
          </a:xfrm>
          <a:prstGeom prst="rect">
            <a:avLst/>
          </a:prstGeom>
          <a:solidFill>
            <a:srgbClr val="43AD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zh-CN" sz="1800" u="none" cap="none" strike="noStrike">
                <a:solidFill>
                  <a:schemeClr val="lt1"/>
                </a:solidFill>
                <a:latin typeface="Noto Sans SC"/>
                <a:ea typeface="Noto Sans SC"/>
                <a:cs typeface="Open Sans"/>
                <a:sym typeface="Open Sans"/>
              </a:rPr>
              <a:t>卷积</a:t>
            </a:r>
            <a:endParaRPr b="0" i="0" sz="1800" u="none" cap="none" strike="noStrike">
              <a:solidFill>
                <a:schemeClr val="lt1"/>
              </a:solidFill>
              <a:latin typeface="Open Sans"/>
              <a:ea typeface="Noto Sans SC"/>
              <a:cs typeface="Open Sans"/>
              <a:sym typeface="Open Sans"/>
            </a:endParaRPr>
          </a:p>
        </p:txBody>
      </p:sp>
      <p:sp>
        <p:nvSpPr>
          <p:cNvPr id="299" name="Google Shape;299;p17"/>
          <p:cNvSpPr/>
          <p:nvPr/>
        </p:nvSpPr>
        <p:spPr>
          <a:xfrm>
            <a:off x="4053606" y="5258430"/>
            <a:ext cx="4965262" cy="590931"/>
          </a:xfrm>
          <a:prstGeom prst="rect">
            <a:avLst/>
          </a:prstGeom>
          <a:no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zh-CN" sz="1800" u="none" cap="none" strike="noStrike">
                <a:solidFill>
                  <a:schemeClr val="dk2"/>
                </a:solidFill>
                <a:latin typeface="Open Sans"/>
                <a:ea typeface="Noto Sans SC"/>
                <a:cs typeface="Open Sans"/>
                <a:sym typeface="Open Sans"/>
              </a:rPr>
              <a:t>…</a:t>
            </a:r>
            <a:endParaRPr b="0" i="0" sz="1800" u="none" cap="none" strike="noStrike">
              <a:solidFill>
                <a:schemeClr val="dk2"/>
              </a:solidFill>
              <a:latin typeface="Open Sans"/>
              <a:ea typeface="Noto Sans SC"/>
              <a:cs typeface="Open Sans"/>
              <a:sym typeface="Open Sans"/>
            </a:endParaRPr>
          </a:p>
        </p:txBody>
      </p:sp>
      <p:sp>
        <p:nvSpPr>
          <p:cNvPr id="300" name="Google Shape;300;p17"/>
          <p:cNvSpPr/>
          <p:nvPr/>
        </p:nvSpPr>
        <p:spPr>
          <a:xfrm>
            <a:off x="4053606" y="4515321"/>
            <a:ext cx="4965262" cy="590931"/>
          </a:xfrm>
          <a:prstGeom prst="rect">
            <a:avLst/>
          </a:prstGeom>
          <a:solidFill>
            <a:srgbClr val="D0591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rPr b="0" i="0" lang="zh-CN" sz="1800" u="none" cap="none" strike="noStrike">
                <a:solidFill>
                  <a:schemeClr val="lt1"/>
                </a:solidFill>
                <a:latin typeface="Noto Sans SC"/>
                <a:ea typeface="Noto Sans SC"/>
                <a:cs typeface="Open Sans"/>
                <a:sym typeface="Open Sans"/>
              </a:rPr>
              <a:t>最大池化</a:t>
            </a:r>
            <a:endParaRPr b="0" i="0" sz="1800" u="none" cap="none" strike="noStrike">
              <a:solidFill>
                <a:schemeClr val="lt1"/>
              </a:solidFill>
              <a:latin typeface="Open Sans"/>
              <a:ea typeface="Noto Sans SC"/>
              <a:cs typeface="Open Sans"/>
              <a:sym typeface="Open Sans"/>
            </a:endParaRPr>
          </a:p>
        </p:txBody>
      </p:sp>
      <p:sp xmlns:p="http://schemas.openxmlformats.org/presentationml/2006/main" xmlns:a="http://schemas.openxmlformats.org/drawingml/2006/main">
        <p:nvSpPr>
          <p:cNvPr id="30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304" name="Shape 304"/>
        <p:cNvGrpSpPr/>
        <p:nvPr/>
      </p:nvGrpSpPr>
      <p:grpSpPr>
        <a:xfrm>
          <a:off x="0" y="0"/>
          <a:ext cx="0" cy="0"/>
          <a:chOff x="0" y="0"/>
          <a:chExt cx="0" cy="0"/>
        </a:xfrm>
      </p:grpSpPr>
      <p:sp>
        <p:nvSpPr>
          <p:cNvPr id="305" name="Google Shape;305;p18"/>
          <p:cNvSpPr txBox="1"/>
          <p:nvPr/>
        </p:nvSpPr>
        <p:spPr>
          <a:xfrm>
            <a:off x="498348" y="661226"/>
            <a:ext cx="9976104" cy="590931"/>
          </a:xfrm>
          <a:prstGeom prst="rect">
            <a:avLst/>
          </a:prstGeom>
          <a:noFill/>
          <a:ln>
            <a:noFill/>
          </a:ln>
        </p:spPr>
        <p:txBody>
          <a:bodyPr anchorCtr="0" anchor="b"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zh-CN" sz="3600" u="none" cap="none" strike="noStrike">
                <a:solidFill>
                  <a:schemeClr val="dk2"/>
                </a:solidFill>
                <a:latin typeface="Noto Sans SC"/>
                <a:ea typeface="Noto Sans SC"/>
                <a:cs typeface="Open Sans"/>
                <a:sym typeface="Open Sans"/>
              </a:rPr>
              <a:t>模型部署</a:t>
            </a:r>
            <a:endParaRPr b="1" i="0" sz="3600" u="none" cap="none" strike="noStrike">
              <a:solidFill>
                <a:schemeClr val="dk2"/>
              </a:solidFill>
              <a:latin typeface="Open Sans"/>
              <a:ea typeface="Noto Sans SC"/>
              <a:cs typeface="Open Sans"/>
              <a:sym typeface="Open Sans"/>
            </a:endParaRPr>
          </a:p>
        </p:txBody>
      </p:sp>
      <p:grpSp>
        <p:nvGrpSpPr>
          <p:cNvPr id="306" name="Google Shape;306;p18"/>
          <p:cNvGrpSpPr/>
          <p:nvPr/>
        </p:nvGrpSpPr>
        <p:grpSpPr>
          <a:xfrm>
            <a:off x="8572753" y="2150728"/>
            <a:ext cx="1544973" cy="2399252"/>
            <a:chOff x="8094580" y="2181137"/>
            <a:chExt cx="1544973" cy="2399252"/>
          </a:xfrm>
        </p:grpSpPr>
        <p:pic>
          <p:nvPicPr>
            <p:cNvPr descr="A picture containing table, indoor, sitting, small  Description automatically generated" id="307" name="Google Shape;307;p18"/>
            <p:cNvPicPr preferRelativeResize="0"/>
            <p:nvPr/>
          </p:nvPicPr>
          <p:blipFill rotWithShape="1">
            <a:blip r:embed="rId3">
              <a:alphaModFix/>
            </a:blip>
            <a:srcRect b="0" l="0" r="0" t="0"/>
            <a:stretch/>
          </p:blipFill>
          <p:spPr>
            <a:xfrm>
              <a:off x="8421751" y="2346822"/>
              <a:ext cx="951549" cy="2007064"/>
            </a:xfrm>
            <a:prstGeom prst="rect">
              <a:avLst/>
            </a:prstGeom>
            <a:noFill/>
            <a:ln>
              <a:noFill/>
            </a:ln>
          </p:spPr>
        </p:pic>
        <p:sp>
          <p:nvSpPr>
            <p:cNvPr id="308" name="Google Shape;308;p18"/>
            <p:cNvSpPr/>
            <p:nvPr/>
          </p:nvSpPr>
          <p:spPr>
            <a:xfrm>
              <a:off x="8094580" y="2181138"/>
              <a:ext cx="369116" cy="2399251"/>
            </a:xfrm>
            <a:prstGeom prst="leftBracket">
              <a:avLst>
                <a:gd fmla="val 8333" name="adj"/>
              </a:avLst>
            </a:prstGeom>
            <a:noFill/>
            <a:ln cap="flat" cmpd="sng" w="762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sp>
          <p:nvSpPr>
            <p:cNvPr id="309" name="Google Shape;309;p18"/>
            <p:cNvSpPr/>
            <p:nvPr/>
          </p:nvSpPr>
          <p:spPr>
            <a:xfrm flipH="1">
              <a:off x="9270437" y="2181137"/>
              <a:ext cx="369116" cy="2399251"/>
            </a:xfrm>
            <a:prstGeom prst="leftBracket">
              <a:avLst>
                <a:gd fmla="val 8333" name="adj"/>
              </a:avLst>
            </a:prstGeom>
            <a:noFill/>
            <a:ln cap="flat" cmpd="sng" w="762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grpSp>
      <p:grpSp>
        <p:nvGrpSpPr>
          <p:cNvPr id="310" name="Google Shape;310;p18"/>
          <p:cNvGrpSpPr/>
          <p:nvPr/>
        </p:nvGrpSpPr>
        <p:grpSpPr>
          <a:xfrm>
            <a:off x="498348" y="2036430"/>
            <a:ext cx="3955138" cy="2627849"/>
            <a:chOff x="498348" y="2036430"/>
            <a:chExt cx="3955138" cy="2627849"/>
          </a:xfrm>
        </p:grpSpPr>
        <p:pic>
          <p:nvPicPr>
            <p:cNvPr descr="A picture containing table, indoor, sitting, small  Description automatically generated" id="311" name="Google Shape;311;p18"/>
            <p:cNvPicPr preferRelativeResize="0"/>
            <p:nvPr/>
          </p:nvPicPr>
          <p:blipFill rotWithShape="1">
            <a:blip r:embed="rId4">
              <a:alphaModFix/>
            </a:blip>
            <a:srcRect b="0" l="0" r="0" t="0"/>
            <a:stretch/>
          </p:blipFill>
          <p:spPr>
            <a:xfrm>
              <a:off x="498348" y="2036430"/>
              <a:ext cx="3485355" cy="2627849"/>
            </a:xfrm>
            <a:prstGeom prst="rect">
              <a:avLst/>
            </a:prstGeom>
            <a:noFill/>
            <a:ln>
              <a:noFill/>
            </a:ln>
          </p:spPr>
        </p:pic>
        <p:sp>
          <p:nvSpPr>
            <p:cNvPr id="312" name="Google Shape;312;p18"/>
            <p:cNvSpPr/>
            <p:nvPr/>
          </p:nvSpPr>
          <p:spPr>
            <a:xfrm>
              <a:off x="3513919" y="3106975"/>
              <a:ext cx="939567" cy="738232"/>
            </a:xfrm>
            <a:prstGeom prst="rightArrow">
              <a:avLst>
                <a:gd fmla="val 50000" name="adj1"/>
                <a:gd fmla="val 50000" name="adj2"/>
              </a:avLst>
            </a:prstGeom>
            <a:solidFill>
              <a:schemeClr val="lt2"/>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grpSp>
      <p:grpSp>
        <p:nvGrpSpPr>
          <p:cNvPr id="313" name="Google Shape;313;p18"/>
          <p:cNvGrpSpPr/>
          <p:nvPr/>
        </p:nvGrpSpPr>
        <p:grpSpPr>
          <a:xfrm>
            <a:off x="4890937" y="2346822"/>
            <a:ext cx="1421332" cy="2007064"/>
            <a:chOff x="4719409" y="2346822"/>
            <a:chExt cx="1421332" cy="2007064"/>
          </a:xfrm>
        </p:grpSpPr>
        <p:pic>
          <p:nvPicPr>
            <p:cNvPr descr="A picture containing table, indoor, sitting, small  Description automatically generated" id="314" name="Google Shape;314;p18"/>
            <p:cNvPicPr preferRelativeResize="0"/>
            <p:nvPr/>
          </p:nvPicPr>
          <p:blipFill rotWithShape="1">
            <a:blip r:embed="rId4">
              <a:alphaModFix/>
            </a:blip>
            <a:srcRect b="0" l="0" r="0" t="0"/>
            <a:stretch/>
          </p:blipFill>
          <p:spPr>
            <a:xfrm>
              <a:off x="4719409" y="2346822"/>
              <a:ext cx="951549" cy="2007064"/>
            </a:xfrm>
            <a:prstGeom prst="rect">
              <a:avLst/>
            </a:prstGeom>
            <a:noFill/>
            <a:ln>
              <a:noFill/>
            </a:ln>
          </p:spPr>
        </p:pic>
        <p:sp>
          <p:nvSpPr>
            <p:cNvPr id="315" name="Google Shape;315;p18"/>
            <p:cNvSpPr/>
            <p:nvPr/>
          </p:nvSpPr>
          <p:spPr>
            <a:xfrm>
              <a:off x="5578679" y="3106975"/>
              <a:ext cx="562062" cy="738232"/>
            </a:xfrm>
            <a:prstGeom prst="rightArrow">
              <a:avLst>
                <a:gd fmla="val 50000" name="adj1"/>
                <a:gd fmla="val 50000" name="adj2"/>
              </a:avLst>
            </a:prstGeom>
            <a:solidFill>
              <a:schemeClr val="lt2"/>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grpSp>
      <p:grpSp>
        <p:nvGrpSpPr>
          <p:cNvPr id="316" name="Google Shape;316;p18"/>
          <p:cNvGrpSpPr/>
          <p:nvPr/>
        </p:nvGrpSpPr>
        <p:grpSpPr>
          <a:xfrm>
            <a:off x="6749720" y="2346822"/>
            <a:ext cx="1385582" cy="2007064"/>
            <a:chOff x="6264382" y="2346822"/>
            <a:chExt cx="1385582" cy="2007064"/>
          </a:xfrm>
        </p:grpSpPr>
        <p:pic>
          <p:nvPicPr>
            <p:cNvPr descr="A picture containing table, indoor, sitting, small  Description automatically generated" id="317" name="Google Shape;317;p18"/>
            <p:cNvPicPr preferRelativeResize="0"/>
            <p:nvPr/>
          </p:nvPicPr>
          <p:blipFill rotWithShape="1">
            <a:blip r:embed="rId3">
              <a:alphaModFix/>
            </a:blip>
            <a:srcRect b="0" l="0" r="0" t="0"/>
            <a:stretch/>
          </p:blipFill>
          <p:spPr>
            <a:xfrm>
              <a:off x="6264382" y="2346822"/>
              <a:ext cx="951549" cy="2007064"/>
            </a:xfrm>
            <a:prstGeom prst="rect">
              <a:avLst/>
            </a:prstGeom>
            <a:noFill/>
            <a:ln>
              <a:noFill/>
            </a:ln>
          </p:spPr>
        </p:pic>
        <p:sp>
          <p:nvSpPr>
            <p:cNvPr id="318" name="Google Shape;318;p18"/>
            <p:cNvSpPr/>
            <p:nvPr/>
          </p:nvSpPr>
          <p:spPr>
            <a:xfrm>
              <a:off x="7087902" y="3106975"/>
              <a:ext cx="562062" cy="738232"/>
            </a:xfrm>
            <a:prstGeom prst="rightArrow">
              <a:avLst>
                <a:gd fmla="val 50000" name="adj1"/>
                <a:gd fmla="val 50000" name="adj2"/>
              </a:avLst>
            </a:prstGeom>
            <a:solidFill>
              <a:schemeClr val="lt2"/>
            </a:solidFill>
            <a:ln cap="flat" cmpd="sng" w="25400">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Open Sans"/>
                <a:buNone/>
              </a:pPr>
              <a:r>
                <a:t/>
              </a:r>
              <a:endParaRPr b="0" i="0" sz="1800" u="none" cap="none" strike="noStrike">
                <a:solidFill>
                  <a:schemeClr val="lt1"/>
                </a:solidFill>
                <a:latin typeface="Open Sans"/>
                <a:ea typeface="Noto Sans SC"/>
                <a:cs typeface="Open Sans"/>
                <a:sym typeface="Open Sans"/>
              </a:endParaRPr>
            </a:p>
          </p:txBody>
        </p:sp>
      </p:grpSp>
      <p:sp>
        <p:nvSpPr>
          <p:cNvPr id="319" name="Google Shape;319;p18"/>
          <p:cNvSpPr/>
          <p:nvPr/>
        </p:nvSpPr>
        <p:spPr>
          <a:xfrm>
            <a:off x="3230116" y="5180006"/>
            <a:ext cx="1507173" cy="585337"/>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Open Sans"/>
              <a:buNone/>
            </a:pPr>
            <a:r>
              <a:rPr b="0" i="0" lang="zh-CN" sz="2400" u="none" cap="none" strike="noStrike">
                <a:solidFill>
                  <a:srgbClr val="000000"/>
                </a:solidFill>
                <a:latin typeface="Noto Sans SC"/>
                <a:ea typeface="Noto Sans SC"/>
                <a:cs typeface="Open Sans"/>
                <a:sym typeface="Open Sans"/>
              </a:rPr>
              <a:t>调整大小</a:t>
            </a:r>
            <a:endParaRPr b="0" i="0" sz="1400" u="none" cap="none" strike="noStrike">
              <a:solidFill>
                <a:srgbClr val="000000"/>
              </a:solidFill>
              <a:latin typeface="Open Sans"/>
              <a:ea typeface="Noto Sans SC"/>
              <a:cs typeface="Open Sans"/>
              <a:sym typeface="Open Sans"/>
            </a:endParaRPr>
          </a:p>
        </p:txBody>
      </p:sp>
      <p:sp>
        <p:nvSpPr>
          <p:cNvPr id="320" name="Google Shape;320;p18"/>
          <p:cNvSpPr/>
          <p:nvPr/>
        </p:nvSpPr>
        <p:spPr>
          <a:xfrm>
            <a:off x="5235218" y="5190287"/>
            <a:ext cx="1592039" cy="585337"/>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Open Sans"/>
              <a:buNone/>
            </a:pPr>
            <a:r>
              <a:rPr b="0" i="0" lang="zh-CN" sz="2400" u="none" cap="none" strike="noStrike">
                <a:solidFill>
                  <a:srgbClr val="000000"/>
                </a:solidFill>
                <a:latin typeface="Noto Sans SC"/>
                <a:ea typeface="Noto Sans SC"/>
                <a:cs typeface="Open Sans"/>
                <a:sym typeface="Open Sans"/>
              </a:rPr>
              <a:t>灰度</a:t>
            </a:r>
            <a:endParaRPr b="0" i="0" sz="2400" u="none" cap="none" strike="noStrike">
              <a:solidFill>
                <a:srgbClr val="000000"/>
              </a:solidFill>
              <a:latin typeface="Open Sans"/>
              <a:ea typeface="Noto Sans SC"/>
              <a:cs typeface="Open Sans"/>
              <a:sym typeface="Open Sans"/>
            </a:endParaRPr>
          </a:p>
        </p:txBody>
      </p:sp>
      <p:sp>
        <p:nvSpPr>
          <p:cNvPr id="321" name="Google Shape;321;p18"/>
          <p:cNvSpPr/>
          <p:nvPr/>
        </p:nvSpPr>
        <p:spPr>
          <a:xfrm>
            <a:off x="7160824" y="5180005"/>
            <a:ext cx="1411929" cy="585337"/>
          </a:xfrm>
          <a:prstGeom prst="roundRect">
            <a:avLst>
              <a:gd fmla="val 16667" name="adj"/>
            </a:avLst>
          </a:prstGeom>
          <a:solidFill>
            <a:schemeClr val="lt1"/>
          </a:solidFill>
          <a:ln cap="flat" cmpd="sng" w="9525">
            <a:solidFill>
              <a:srgbClr val="00734F"/>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Open Sans"/>
              <a:buNone/>
            </a:pPr>
            <a:r>
              <a:rPr b="0" i="0" lang="zh-CN" sz="2400" u="none" cap="none" strike="noStrike">
                <a:solidFill>
                  <a:srgbClr val="000000"/>
                </a:solidFill>
                <a:latin typeface="Open Sans"/>
                <a:ea typeface="Noto Sans SC"/>
                <a:cs typeface="Open Sans"/>
                <a:sym typeface="Open Sans"/>
              </a:rPr>
              <a:t>“</a:t>
            </a:r>
            <a:r>
              <a:rPr b="0" i="0" lang="zh-CN" sz="2400" u="none" cap="none" strike="noStrike">
                <a:solidFill>
                  <a:srgbClr val="000000"/>
                </a:solidFill>
                <a:latin typeface="Noto Sans SC"/>
                <a:ea typeface="Noto Sans SC"/>
                <a:cs typeface="Open Sans"/>
                <a:sym typeface="Open Sans"/>
              </a:rPr>
              <a:t>批量</a:t>
            </a:r>
            <a:r>
              <a:rPr b="0" i="0" lang="zh-CN" sz="2400" u="none" cap="none" strike="noStrike">
                <a:solidFill>
                  <a:srgbClr val="000000"/>
                </a:solidFill>
                <a:latin typeface="Open Sans"/>
                <a:ea typeface="Noto Sans SC"/>
                <a:cs typeface="Open Sans"/>
                <a:sym typeface="Open Sans"/>
              </a:rPr>
              <a:t>”</a:t>
            </a:r>
            <a:endParaRPr b="0" i="0" sz="2400" u="none" cap="none" strike="noStrike">
              <a:solidFill>
                <a:srgbClr val="000000"/>
              </a:solidFill>
              <a:latin typeface="Open Sans"/>
              <a:ea typeface="Noto Sans SC"/>
              <a:cs typeface="Open Sans"/>
              <a:sym typeface="Open Sans"/>
            </a:endParaRPr>
          </a:p>
        </p:txBody>
      </p:sp>
      <p:sp>
        <p:nvSpPr>
          <p:cNvPr id="322" name="Google Shape;322;p18"/>
          <p:cNvSpPr txBox="1"/>
          <p:nvPr/>
        </p:nvSpPr>
        <p:spPr>
          <a:xfrm>
            <a:off x="6503914" y="4475252"/>
            <a:ext cx="1362874" cy="3138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600"/>
              <a:buFont typeface="Open Sans"/>
              <a:buNone/>
            </a:pPr>
            <a:r>
              <a:rPr b="0" i="0" lang="zh-CN" sz="1600" u="none" cap="none" strike="noStrike">
                <a:solidFill>
                  <a:srgbClr val="000000"/>
                </a:solidFill>
                <a:latin typeface="Open Sans"/>
                <a:ea typeface="Noto Sans SC"/>
                <a:cs typeface="Open Sans"/>
                <a:sym typeface="Open Sans"/>
              </a:rPr>
              <a:t>(220, 155, 1)</a:t>
            </a:r>
            <a:endParaRPr b="0" i="0" sz="1600" u="none" cap="none" strike="noStrike">
              <a:solidFill>
                <a:srgbClr val="000000"/>
              </a:solidFill>
              <a:latin typeface="Open Sans"/>
              <a:ea typeface="Noto Sans SC"/>
              <a:cs typeface="Open Sans"/>
              <a:sym typeface="Open Sans"/>
            </a:endParaRPr>
          </a:p>
        </p:txBody>
      </p:sp>
      <p:sp>
        <p:nvSpPr>
          <p:cNvPr id="323" name="Google Shape;323;p18"/>
          <p:cNvSpPr txBox="1"/>
          <p:nvPr/>
        </p:nvSpPr>
        <p:spPr>
          <a:xfrm>
            <a:off x="1653214" y="4917596"/>
            <a:ext cx="1362874" cy="3138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600"/>
              <a:buFont typeface="Open Sans"/>
              <a:buNone/>
            </a:pPr>
            <a:r>
              <a:rPr b="0" i="0" lang="zh-CN" sz="1600" u="none" cap="none" strike="noStrike">
                <a:solidFill>
                  <a:srgbClr val="000000"/>
                </a:solidFill>
                <a:latin typeface="Open Sans"/>
                <a:ea typeface="Noto Sans SC"/>
                <a:cs typeface="Open Sans"/>
                <a:sym typeface="Open Sans"/>
              </a:rPr>
              <a:t>(287, 433, 3)</a:t>
            </a:r>
            <a:endParaRPr b="0" i="0" sz="1600" u="none" cap="none" strike="noStrike">
              <a:solidFill>
                <a:srgbClr val="000000"/>
              </a:solidFill>
              <a:latin typeface="Open Sans"/>
              <a:ea typeface="Noto Sans SC"/>
              <a:cs typeface="Open Sans"/>
              <a:sym typeface="Open Sans"/>
            </a:endParaRPr>
          </a:p>
        </p:txBody>
      </p:sp>
      <p:sp>
        <p:nvSpPr>
          <p:cNvPr id="324" name="Google Shape;324;p18"/>
          <p:cNvSpPr txBox="1"/>
          <p:nvPr/>
        </p:nvSpPr>
        <p:spPr>
          <a:xfrm>
            <a:off x="4705298" y="4476250"/>
            <a:ext cx="1362874" cy="3138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600"/>
              <a:buFont typeface="Open Sans"/>
              <a:buNone/>
            </a:pPr>
            <a:r>
              <a:rPr b="0" i="0" lang="zh-CN" sz="1600" u="none" cap="none" strike="noStrike">
                <a:solidFill>
                  <a:srgbClr val="000000"/>
                </a:solidFill>
                <a:latin typeface="Open Sans"/>
                <a:ea typeface="Noto Sans SC"/>
                <a:cs typeface="Open Sans"/>
                <a:sym typeface="Open Sans"/>
              </a:rPr>
              <a:t>(220, 155, 3)</a:t>
            </a:r>
            <a:endParaRPr b="0" i="0" sz="1600" u="none" cap="none" strike="noStrike">
              <a:solidFill>
                <a:srgbClr val="000000"/>
              </a:solidFill>
              <a:latin typeface="Open Sans"/>
              <a:ea typeface="Noto Sans SC"/>
              <a:cs typeface="Open Sans"/>
              <a:sym typeface="Open Sans"/>
            </a:endParaRPr>
          </a:p>
        </p:txBody>
      </p:sp>
      <p:sp>
        <p:nvSpPr>
          <p:cNvPr id="325" name="Google Shape;325;p18"/>
          <p:cNvSpPr txBox="1"/>
          <p:nvPr/>
        </p:nvSpPr>
        <p:spPr>
          <a:xfrm>
            <a:off x="8558773" y="4698706"/>
            <a:ext cx="1624525" cy="313892"/>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000000"/>
              </a:buClr>
              <a:buSzPts val="1600"/>
              <a:buFont typeface="Open Sans"/>
              <a:buNone/>
            </a:pPr>
            <a:r>
              <a:rPr b="0" i="0" lang="zh-CN" sz="1600" u="none" cap="none" strike="noStrike">
                <a:solidFill>
                  <a:srgbClr val="000000"/>
                </a:solidFill>
                <a:latin typeface="Open Sans"/>
                <a:ea typeface="Noto Sans SC"/>
                <a:cs typeface="Open Sans"/>
                <a:sym typeface="Open Sans"/>
              </a:rPr>
              <a:t>(1, 220, 155, 1)</a:t>
            </a:r>
            <a:endParaRPr b="0" i="0" sz="1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32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329" name="Shape 329"/>
        <p:cNvGrpSpPr/>
        <p:nvPr/>
      </p:nvGrpSpPr>
      <p:grpSpPr>
        <a:xfrm>
          <a:off x="0" y="0"/>
          <a:ext cx="0" cy="0"/>
          <a:chOff x="0" y="0"/>
          <a:chExt cx="0" cy="0"/>
        </a:xfrm>
      </p:grpSpPr>
      <p:sp>
        <p:nvSpPr>
          <p:cNvPr id="330" name="Google Shape;330;p19"/>
          <p:cNvSpPr txBox="1"/>
          <p:nvPr/>
        </p:nvSpPr>
        <p:spPr>
          <a:xfrm>
            <a:off x="498348" y="2790635"/>
            <a:ext cx="9976104" cy="590931"/>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400"/>
              <a:buFont typeface="Open Sans"/>
              <a:buNone/>
            </a:pPr>
            <a:r>
              <a:rPr b="1" i="0" lang="zh-CN" sz="3600" u="none" cap="none" strike="noStrike">
                <a:solidFill>
                  <a:srgbClr val="000000"/>
                </a:solidFill>
                <a:latin typeface="Noto Sans SC"/>
                <a:ea typeface="Noto Sans SC"/>
                <a:cs typeface="Open Sans"/>
                <a:sym typeface="Open Sans"/>
              </a:rPr>
              <a:t>我们来试一试</a:t>
            </a:r>
            <a:r>
              <a:rPr b="1" i="0" lang="zh-CN" sz="3600" u="none" cap="none" strike="noStrike">
                <a:solidFill>
                  <a:srgbClr val="000000"/>
                </a:solidFill>
                <a:latin typeface="Open Sans"/>
                <a:ea typeface="Noto Sans SC"/>
                <a:cs typeface="Open Sans"/>
                <a:sym typeface="Open Sans"/>
              </a:rPr>
              <a:t>！</a:t>
            </a:r>
            <a:endParaRPr b="1" i="0" sz="3600" u="none" cap="none" strike="noStrike">
              <a:solidFill>
                <a:srgbClr val="000000"/>
              </a:solidFill>
              <a:latin typeface="Open Sans"/>
              <a:ea typeface="Noto Sans SC"/>
              <a:cs typeface="Open Sans"/>
              <a:sym typeface="Open Sans"/>
            </a:endParaRPr>
          </a:p>
        </p:txBody>
      </p:sp>
      <p:sp xmlns:p="http://schemas.openxmlformats.org/presentationml/2006/main" xmlns:a="http://schemas.openxmlformats.org/drawingml/2006/main">
        <p:nvSpPr>
          <p:cNvPr id="331"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FFFFFF"/>
        </a:solidFill>
        <a:effectLst/>
      </p:bgPr>
    </p:bg>
    <p:spTree>
      <p:nvGrpSpPr>
        <p:cNvPr id="334" name="Shape 334"/>
        <p:cNvGrpSpPr/>
        <p:nvPr/>
      </p:nvGrpSpPr>
      <p:grpSpPr>
        <a:xfrm>
          <a:off x="0" y="0"/>
          <a:ext cx="0" cy="0"/>
          <a:chOff x="0" y="0"/>
          <a:chExt cx="0" cy="0"/>
        </a:xfrm>
      </p:grpSpPr>
      <p:sp>
        <p:nvSpPr>
          <p:cNvPr id="335" name="Google Shape;335;g3f63b797513_0_0"/>
          <p:cNvSpPr txBox="1"/>
          <p:nvPr/>
        </p:nvSpPr>
        <p:spPr>
          <a:xfrm>
            <a:off x="1136450" y="1317625"/>
            <a:ext cx="91437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a:t/>
            </a:r>
            <a:endParaRPr b="1">
              <a:latin typeface="Open Sans"/>
              <a:ea typeface="Noto Sans SC"/>
              <a:cs typeface="Open Sans"/>
              <a:sym typeface="Open Sans"/>
            </a:endParaRPr>
          </a:p>
          <a:p>
            <a:pPr indent="0" lvl="0" marL="0" rtl="0" algn="l">
              <a:spcBef>
                <a:spcPts val="0"/>
              </a:spcBef>
              <a:spcAft>
                <a:spcPts val="0"/>
              </a:spcAft>
              <a:buNone/>
            </a:pPr>
            <a:r>
              <a:rPr lang="zh-CN">
                <a:latin typeface="Noto Sans SC"/>
                <a:ea typeface="Noto Sans SC"/>
                <a:cs typeface="Open Sans"/>
                <a:sym typeface="Open Sans"/>
              </a:rPr>
              <a:t>探索全部</a:t>
            </a:r>
            <a:r>
              <a:rPr lang="zh-CN">
                <a:latin typeface="Open Sans"/>
                <a:ea typeface="Noto Sans SC"/>
                <a:cs typeface="Open Sans"/>
                <a:sym typeface="Open Sans"/>
              </a:rPr>
              <a:t> NVIDIA </a:t>
            </a:r>
            <a:r>
              <a:rPr lang="zh-CN">
                <a:latin typeface="Noto Sans SC"/>
                <a:ea typeface="Noto Sans SC"/>
                <a:cs typeface="Open Sans"/>
                <a:sym typeface="Open Sans"/>
              </a:rPr>
              <a:t>培训和认证资源</a:t>
            </a:r>
            <a:r>
              <a:rPr lang="zh-CN">
                <a:latin typeface="Open Sans"/>
                <a:ea typeface="Noto Sans SC"/>
                <a:cs typeface="Open Sans"/>
                <a:sym typeface="Open Sans"/>
              </a:rPr>
              <a:t>，</a:t>
            </a:r>
            <a:r>
              <a:rPr lang="zh-CN">
                <a:latin typeface="Noto Sans SC"/>
                <a:ea typeface="Noto Sans SC"/>
                <a:cs typeface="Open Sans"/>
                <a:sym typeface="Open Sans"/>
              </a:rPr>
              <a:t>请访问</a:t>
            </a:r>
            <a:r>
              <a:rPr lang="zh-CN">
                <a:latin typeface="Open Sans"/>
                <a:ea typeface="Noto Sans SC"/>
                <a:cs typeface="Open Sans"/>
                <a:sym typeface="Open Sans"/>
              </a:rPr>
              <a:t>:  </a:t>
            </a:r>
            <a:endParaRPr>
              <a:latin typeface="Open Sans"/>
              <a:ea typeface="Noto Sans SC"/>
              <a:cs typeface="Open Sans"/>
              <a:sym typeface="Open Sans"/>
            </a:endParaRPr>
          </a:p>
          <a:p>
            <a:pPr indent="0" lvl="0" marL="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zh-CN">
                <a:latin typeface="Open Sans"/>
                <a:ea typeface="Noto Sans SC"/>
                <a:cs typeface="Open Sans"/>
                <a:sym typeface="Open Sans"/>
              </a:rPr>
              <a:t>NVIDIA </a:t>
            </a:r>
            <a:r>
              <a:rPr lang="zh-CN">
                <a:latin typeface="Noto Sans SC"/>
                <a:ea typeface="Noto Sans SC"/>
                <a:cs typeface="Open Sans"/>
                <a:sym typeface="Open Sans"/>
              </a:rPr>
              <a:t>深度学习培训中心</a:t>
            </a:r>
            <a:r>
              <a:rPr lang="zh-CN">
                <a:latin typeface="Open Sans"/>
                <a:ea typeface="Noto Sans SC"/>
                <a:cs typeface="Open Sans"/>
                <a:sym typeface="Open Sans"/>
              </a:rPr>
              <a:t>（DLI）</a:t>
            </a:r>
            <a:r>
              <a:rPr lang="zh-CN">
                <a:latin typeface="Noto Sans SC"/>
                <a:ea typeface="Noto Sans SC"/>
                <a:cs typeface="Open Sans"/>
                <a:sym typeface="Open Sans"/>
              </a:rPr>
              <a:t>中文官网</a:t>
            </a:r>
            <a:r>
              <a:rPr lang="zh-CN">
                <a:latin typeface="Open Sans"/>
                <a:ea typeface="Noto Sans SC"/>
                <a:cs typeface="Open Sans"/>
                <a:sym typeface="Open Sans"/>
              </a:rPr>
              <a:t>：</a:t>
            </a:r>
            <a:r>
              <a:rPr lang="zh-CN" u="sng">
                <a:solidFill>
                  <a:srgbClr val="76B900"/>
                </a:solidFill>
                <a:latin typeface="Open Sans"/>
                <a:ea typeface="Noto Sans SC"/>
                <a:cs typeface="Open Sans"/>
                <a:sym typeface="Open Sans"/>
                <a:hlinkClick r:id="rId3">
                  <a:extLst>
                    <a:ext uri="{A12FA001-AC4F-418D-AE19-62706E023703}">
                      <ahyp:hlinkClr val="tx"/>
                    </a:ext>
                  </a:extLst>
                </a:hlinkClick>
              </a:rPr>
              <a:t>nvidia.cn/training </a:t>
            </a:r>
            <a:endParaRPr>
              <a:latin typeface="Open Sans"/>
              <a:ea typeface="Noto Sans SC"/>
              <a:cs typeface="Open Sans"/>
              <a:sym typeface="Open Sans"/>
            </a:endParaRPr>
          </a:p>
          <a:p>
            <a:pPr indent="0" lvl="0" marL="0" rtl="0" algn="l">
              <a:spcBef>
                <a:spcPts val="0"/>
              </a:spcBef>
              <a:spcAft>
                <a:spcPts val="0"/>
              </a:spcAft>
              <a:buNone/>
            </a:pPr>
            <a:r>
              <a:rPr/>
              <a:t/>
            </a:r>
            <a:endParaRPr>
              <a:solidFill>
                <a:schemeClr val="dk2"/>
              </a:solidFill>
              <a:latin typeface="Open Sans"/>
              <a:ea typeface="Noto Sans SC"/>
              <a:cs typeface="Open Sans"/>
              <a:sym typeface="Open Sans"/>
            </a:endParaRPr>
          </a:p>
          <a:p>
            <a:pPr indent="-317500" lvl="0" marL="457200" rtl="0" algn="l">
              <a:spcBef>
                <a:spcPts val="0"/>
              </a:spcBef>
              <a:spcAft>
                <a:spcPts val="0"/>
              </a:spcAft>
              <a:buClr>
                <a:schemeClr val="dk2"/>
              </a:buClr>
              <a:buSzPts val="1400"/>
              <a:buFont typeface="Open Sans"/>
              <a:buChar char="●"/>
            </a:pPr>
            <a:r>
              <a:rPr lang="zh-CN">
                <a:solidFill>
                  <a:schemeClr val="dk2"/>
                </a:solidFill>
                <a:latin typeface="Open Sans"/>
                <a:ea typeface="Noto Sans SC"/>
                <a:cs typeface="Open Sans"/>
                <a:sym typeface="Open Sans"/>
              </a:rPr>
              <a:t>NVIDIA </a:t>
            </a:r>
            <a:r>
              <a:rPr lang="zh-CN">
                <a:solidFill>
                  <a:schemeClr val="dk2"/>
                </a:solidFill>
                <a:latin typeface="Noto Sans SC"/>
                <a:ea typeface="Noto Sans SC"/>
                <a:cs typeface="Open Sans"/>
                <a:sym typeface="Open Sans"/>
              </a:rPr>
              <a:t>认证</a:t>
            </a:r>
            <a:r>
              <a:rPr lang="zh-CN">
                <a:solidFill>
                  <a:schemeClr val="dk2"/>
                </a:solidFill>
                <a:latin typeface="Open Sans"/>
                <a:ea typeface="Noto Sans SC"/>
                <a:cs typeface="Open Sans"/>
                <a:sym typeface="Open Sans"/>
              </a:rPr>
              <a:t>：</a:t>
            </a:r>
            <a:r>
              <a:rPr lang="zh-CN" u="sng">
                <a:solidFill>
                  <a:schemeClr val="lt2"/>
                </a:solidFill>
                <a:latin typeface="Open Sans"/>
                <a:ea typeface="Noto Sans SC"/>
                <a:cs typeface="Open Sans"/>
                <a:sym typeface="Open Sans"/>
                <a:hlinkClick r:id="rId4">
                  <a:extLst>
                    <a:ext uri="{A12FA001-AC4F-418D-AE19-62706E023703}">
                      <ahyp:hlinkClr val="tx"/>
                    </a:ext>
                  </a:extLst>
                </a:hlinkClick>
              </a:rPr>
              <a:t>https://www.nvidia.cn/training/certification</a:t>
            </a:r>
            <a:r>
              <a:rPr lang="zh-CN">
                <a:solidFill>
                  <a:schemeClr val="dk2"/>
                </a:solidFill>
                <a:latin typeface="Open Sans"/>
                <a:ea typeface="Noto Sans SC"/>
                <a:cs typeface="Open Sans"/>
                <a:sym typeface="Open Sans"/>
              </a:rPr>
              <a:t>    </a:t>
            </a:r>
            <a:endParaRPr>
              <a:latin typeface="Open Sans"/>
              <a:ea typeface="Noto Sans SC"/>
              <a:cs typeface="Open Sans"/>
              <a:sym typeface="Open Sans"/>
            </a:endParaRPr>
          </a:p>
          <a:p>
            <a:pPr indent="0" lvl="0" marL="45720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zh-CN">
                <a:latin typeface="Noto Sans SC"/>
                <a:ea typeface="Noto Sans SC"/>
                <a:cs typeface="Open Sans"/>
                <a:sym typeface="Open Sans"/>
              </a:rPr>
              <a:t>按主题查找培训</a:t>
            </a:r>
            <a:r>
              <a:rPr lang="zh-CN">
                <a:latin typeface="Open Sans"/>
                <a:ea typeface="Noto Sans SC"/>
                <a:cs typeface="Open Sans"/>
                <a:sym typeface="Open Sans"/>
              </a:rPr>
              <a:t>：</a:t>
            </a:r>
            <a:r>
              <a:rPr lang="zh-CN" u="sng">
                <a:solidFill>
                  <a:srgbClr val="76B900"/>
                </a:solidFill>
                <a:latin typeface="Open Sans"/>
                <a:ea typeface="Noto Sans SC"/>
                <a:cs typeface="Open Sans"/>
                <a:sym typeface="Open Sans"/>
                <a:hlinkClick r:id="rId5">
                  <a:extLst>
                    <a:ext uri="{A12FA001-AC4F-418D-AE19-62706E023703}">
                      <ahyp:hlinkClr val="tx"/>
                    </a:ext>
                  </a:extLst>
                </a:hlinkClick>
              </a:rPr>
              <a:t>https://www.nvidia.cn/training/find-training/</a:t>
            </a:r>
            <a:r>
              <a:rPr lang="zh-CN">
                <a:latin typeface="Open Sans"/>
                <a:ea typeface="Noto Sans SC"/>
                <a:cs typeface="Open Sans"/>
                <a:sym typeface="Open Sans"/>
              </a:rPr>
              <a:t> </a:t>
            </a:r>
            <a:endParaRPr>
              <a:latin typeface="Open Sans"/>
              <a:ea typeface="Noto Sans SC"/>
              <a:cs typeface="Open Sans"/>
              <a:sym typeface="Open Sans"/>
            </a:endParaRPr>
          </a:p>
          <a:p>
            <a:pPr indent="0" lvl="0" marL="457200" rtl="0" algn="l">
              <a:spcBef>
                <a:spcPts val="0"/>
              </a:spcBef>
              <a:spcAft>
                <a:spcPts val="0"/>
              </a:spcAft>
              <a:buNone/>
            </a:pPr>
            <a:r>
              <a:rPr/>
              <a:t/>
            </a:r>
            <a:endParaRPr>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zh-CN">
                <a:latin typeface="Noto Sans SC"/>
                <a:ea typeface="Noto Sans SC"/>
                <a:cs typeface="Open Sans"/>
                <a:sym typeface="Open Sans"/>
              </a:rPr>
              <a:t>在线自主培训</a:t>
            </a:r>
            <a:r>
              <a:rPr lang="zh-CN">
                <a:latin typeface="Open Sans"/>
                <a:ea typeface="Noto Sans SC"/>
                <a:cs typeface="Open Sans"/>
                <a:sym typeface="Open Sans"/>
              </a:rPr>
              <a:t>：</a:t>
            </a:r>
            <a:r>
              <a:rPr lang="zh-CN" u="sng">
                <a:solidFill>
                  <a:srgbClr val="76B900"/>
                </a:solidFill>
                <a:latin typeface="Open Sans"/>
                <a:ea typeface="Noto Sans SC"/>
                <a:cs typeface="Open Sans"/>
                <a:sym typeface="Open Sans"/>
                <a:hlinkClick r:id="rId6">
                  <a:extLst>
                    <a:ext uri="{A12FA001-AC4F-418D-AE19-62706E023703}">
                      <ahyp:hlinkClr val="tx"/>
                    </a:ext>
                  </a:extLst>
                </a:hlinkClick>
              </a:rPr>
              <a:t>https://www.nvidia.cn/training/online</a:t>
            </a:r>
            <a:endParaRPr>
              <a:latin typeface="Open Sans"/>
              <a:ea typeface="Noto Sans SC"/>
              <a:cs typeface="Open Sans"/>
              <a:sym typeface="Open Sans"/>
            </a:endParaRPr>
          </a:p>
          <a:p>
            <a:pPr indent="0" lvl="0" marL="457200" rtl="0" algn="l">
              <a:spcBef>
                <a:spcPts val="0"/>
              </a:spcBef>
              <a:spcAft>
                <a:spcPts val="0"/>
              </a:spcAft>
              <a:buNone/>
            </a:pPr>
            <a:r>
              <a:rPr/>
              <a:t/>
            </a:r>
            <a:endParaRPr>
              <a:solidFill>
                <a:schemeClr val="dk2"/>
              </a:solidFill>
              <a:latin typeface="Open Sans"/>
              <a:ea typeface="Noto Sans SC"/>
              <a:cs typeface="Open Sans"/>
              <a:sym typeface="Open Sans"/>
            </a:endParaRPr>
          </a:p>
          <a:p>
            <a:pPr indent="-317500" lvl="0" marL="457200" rtl="0" algn="l">
              <a:spcBef>
                <a:spcPts val="0"/>
              </a:spcBef>
              <a:spcAft>
                <a:spcPts val="0"/>
              </a:spcAft>
              <a:buSzPts val="1400"/>
              <a:buFont typeface="Open Sans"/>
              <a:buChar char="●"/>
            </a:pPr>
            <a:r>
              <a:rPr lang="zh-CN">
                <a:solidFill>
                  <a:schemeClr val="dk2"/>
                </a:solidFill>
                <a:latin typeface="Open Sans"/>
                <a:ea typeface="Noto Sans SC"/>
                <a:cs typeface="Open Sans"/>
                <a:sym typeface="Open Sans"/>
              </a:rPr>
              <a:t>NVIDIA AI </a:t>
            </a:r>
            <a:r>
              <a:rPr lang="zh-CN">
                <a:solidFill>
                  <a:schemeClr val="dk2"/>
                </a:solidFill>
                <a:latin typeface="Noto Sans SC"/>
                <a:ea typeface="Noto Sans SC"/>
                <a:cs typeface="Open Sans"/>
                <a:sym typeface="Open Sans"/>
              </a:rPr>
              <a:t>培训班</a:t>
            </a:r>
            <a:r>
              <a:rPr lang="zh-CN">
                <a:solidFill>
                  <a:schemeClr val="dk2"/>
                </a:solidFill>
                <a:latin typeface="Open Sans"/>
                <a:ea typeface="Noto Sans SC"/>
                <a:cs typeface="Open Sans"/>
                <a:sym typeface="Open Sans"/>
              </a:rPr>
              <a:t>（</a:t>
            </a:r>
            <a:r>
              <a:rPr lang="zh-CN">
                <a:solidFill>
                  <a:schemeClr val="dk2"/>
                </a:solidFill>
                <a:latin typeface="Noto Sans SC"/>
                <a:ea typeface="Noto Sans SC"/>
                <a:cs typeface="Open Sans"/>
                <a:sym typeface="Open Sans"/>
              </a:rPr>
              <a:t>讲师指导的培训班</a:t>
            </a:r>
            <a:r>
              <a:rPr lang="zh-CN">
                <a:solidFill>
                  <a:schemeClr val="dk2"/>
                </a:solidFill>
                <a:latin typeface="Open Sans"/>
                <a:ea typeface="Noto Sans SC"/>
                <a:cs typeface="Open Sans"/>
                <a:sym typeface="Open Sans"/>
              </a:rPr>
              <a:t>）：</a:t>
            </a:r>
            <a:r>
              <a:rPr lang="zh-CN" u="sng">
                <a:solidFill>
                  <a:schemeClr val="lt2"/>
                </a:solidFill>
                <a:latin typeface="Open Sans"/>
                <a:ea typeface="Noto Sans SC"/>
                <a:cs typeface="Open Sans"/>
                <a:sym typeface="Open Sans"/>
                <a:hlinkClick r:id="rId7">
                  <a:extLst>
                    <a:ext uri="{A12FA001-AC4F-418D-AE19-62706E023703}">
                      <ahyp:hlinkClr val="tx"/>
                    </a:ext>
                  </a:extLst>
                </a:hlinkClick>
              </a:rPr>
              <a:t>www.bagevent.com/event/8359360</a:t>
            </a:r>
            <a:r>
              <a:rPr lang="zh-CN">
                <a:solidFill>
                  <a:schemeClr val="dk2"/>
                </a:solidFill>
                <a:latin typeface="Open Sans"/>
                <a:ea typeface="Noto Sans SC"/>
                <a:cs typeface="Open Sans"/>
                <a:sym typeface="Open Sans"/>
              </a:rPr>
              <a:t> </a:t>
            </a:r>
            <a:r>
              <a:rPr lang="zh-CN">
                <a:latin typeface="Open Sans"/>
                <a:ea typeface="Noto Sans SC"/>
                <a:cs typeface="Open Sans"/>
                <a:sym typeface="Open Sans"/>
              </a:rPr>
              <a:t>      </a:t>
            </a:r>
            <a:endParaRPr>
              <a:latin typeface="Open Sans"/>
              <a:ea typeface="Noto Sans SC"/>
              <a:cs typeface="Open Sans"/>
              <a:sym typeface="Open Sans"/>
            </a:endParaRPr>
          </a:p>
          <a:p>
            <a:pPr indent="0" lvl="0" marL="0" rtl="0" algn="l">
              <a:spcBef>
                <a:spcPts val="0"/>
              </a:spcBef>
              <a:spcAft>
                <a:spcPts val="0"/>
              </a:spcAft>
              <a:buNone/>
            </a:pPr>
            <a:r>
              <a:rPr/>
              <a:t/>
            </a:r>
            <a:endParaRPr>
              <a:latin typeface="Open Sans"/>
              <a:ea typeface="Noto Sans SC"/>
              <a:cs typeface="Open Sans"/>
              <a:sym typeface="Open Sans"/>
            </a:endParaRPr>
          </a:p>
          <a:p>
            <a:pPr indent="0" lvl="0" marL="0" rtl="0" algn="l">
              <a:spcBef>
                <a:spcPts val="0"/>
              </a:spcBef>
              <a:spcAft>
                <a:spcPts val="0"/>
              </a:spcAft>
              <a:buNone/>
            </a:pPr>
            <a:r>
              <a:rPr lang="zh-CN">
                <a:latin typeface="Noto Sans SC"/>
                <a:ea typeface="Noto Sans SC"/>
                <a:cs typeface="Open Sans"/>
                <a:sym typeface="Open Sans"/>
              </a:rPr>
              <a:t>更多咨询</a:t>
            </a:r>
            <a:r>
              <a:rPr lang="zh-CN">
                <a:latin typeface="Open Sans"/>
                <a:ea typeface="Noto Sans SC"/>
                <a:cs typeface="Open Sans"/>
                <a:sym typeface="Open Sans"/>
              </a:rPr>
              <a:t>，</a:t>
            </a:r>
            <a:r>
              <a:rPr lang="zh-CN">
                <a:latin typeface="Noto Sans SC"/>
                <a:ea typeface="Noto Sans SC"/>
                <a:cs typeface="Open Sans"/>
                <a:sym typeface="Open Sans"/>
              </a:rPr>
              <a:t>请邮件至</a:t>
            </a:r>
            <a:r>
              <a:rPr lang="zh-CN">
                <a:latin typeface="Open Sans"/>
                <a:ea typeface="Noto Sans SC"/>
                <a:cs typeface="Open Sans"/>
                <a:sym typeface="Open Sans"/>
              </a:rPr>
              <a:t> </a:t>
            </a:r>
            <a:r>
              <a:rPr lang="zh-CN" u="sng">
                <a:solidFill>
                  <a:srgbClr val="76B900"/>
                </a:solidFill>
                <a:latin typeface="Open Sans"/>
                <a:ea typeface="Noto Sans SC"/>
                <a:cs typeface="Open Sans"/>
                <a:sym typeface="Open Sans"/>
                <a:hlinkClick r:id="rId8">
                  <a:extLst>
                    <a:ext uri="{A12FA001-AC4F-418D-AE19-62706E023703}">
                      <ahyp:hlinkClr val="tx"/>
                    </a:ext>
                  </a:extLst>
                </a:hlinkClick>
              </a:rPr>
              <a:t>dlichina@nvidia.com</a:t>
            </a:r>
            <a:r>
              <a:rPr lang="zh-CN">
                <a:latin typeface="Open Sans"/>
                <a:ea typeface="Noto Sans SC"/>
                <a:cs typeface="Open Sans"/>
                <a:sym typeface="Open Sans"/>
              </a:rPr>
              <a:t> 。</a:t>
            </a:r>
            <a:r>
              <a:rPr lang="zh-CN">
                <a:latin typeface="Noto Sans SC"/>
                <a:ea typeface="Noto Sans SC"/>
                <a:cs typeface="Open Sans"/>
                <a:sym typeface="Open Sans"/>
              </a:rPr>
              <a:t>或微信添加</a:t>
            </a:r>
            <a:r>
              <a:rPr lang="zh-CN">
                <a:latin typeface="Open Sans"/>
                <a:ea typeface="Noto Sans SC"/>
                <a:cs typeface="Open Sans"/>
                <a:sym typeface="Open Sans"/>
              </a:rPr>
              <a:t> DLIChina, </a:t>
            </a:r>
            <a:r>
              <a:rPr lang="zh-CN">
                <a:latin typeface="Noto Sans SC"/>
                <a:ea typeface="Noto Sans SC"/>
                <a:cs typeface="Open Sans"/>
                <a:sym typeface="Open Sans"/>
              </a:rPr>
              <a:t>申请加入学习交流群</a:t>
            </a:r>
            <a:r>
              <a:rPr lang="zh-CN">
                <a:latin typeface="Open Sans"/>
                <a:ea typeface="Noto Sans SC"/>
                <a:cs typeface="Open Sans"/>
                <a:sym typeface="Open Sans"/>
              </a:rPr>
              <a:t>，</a:t>
            </a:r>
            <a:r>
              <a:rPr lang="zh-CN">
                <a:latin typeface="Noto Sans SC"/>
                <a:ea typeface="Noto Sans SC"/>
                <a:cs typeface="Open Sans"/>
                <a:sym typeface="Open Sans"/>
              </a:rPr>
              <a:t>备注</a:t>
            </a:r>
            <a:r>
              <a:rPr lang="zh-CN">
                <a:latin typeface="Open Sans"/>
                <a:ea typeface="Noto Sans SC"/>
                <a:cs typeface="Open Sans"/>
                <a:sym typeface="Open Sans"/>
              </a:rPr>
              <a:t>“</a:t>
            </a:r>
            <a:r>
              <a:rPr lang="zh-CN">
                <a:latin typeface="Noto Sans SC"/>
                <a:ea typeface="Noto Sans SC"/>
                <a:cs typeface="Open Sans"/>
                <a:sym typeface="Open Sans"/>
              </a:rPr>
              <a:t>咨询培训</a:t>
            </a:r>
            <a:r>
              <a:rPr lang="zh-CN">
                <a:latin typeface="Open Sans"/>
                <a:ea typeface="Noto Sans SC"/>
                <a:cs typeface="Open Sans"/>
                <a:sym typeface="Open Sans"/>
              </a:rPr>
              <a:t>”</a:t>
            </a:r>
            <a:endParaRPr>
              <a:latin typeface="Open Sans"/>
              <a:ea typeface="Noto Sans SC"/>
              <a:cs typeface="Open Sans"/>
              <a:sym typeface="Open Sans"/>
            </a:endParaRPr>
          </a:p>
        </p:txBody>
      </p:sp>
      <p:sp xmlns:p="http://schemas.openxmlformats.org/presentationml/2006/main" xmlns:a="http://schemas.openxmlformats.org/drawingml/2006/main">
        <p:nvSpPr>
          <p:cNvPr id="336" name="NVIDIA Copyright Footer"/>
          <p:cNvSpPr txBox="1"/>
          <p:nvPr/>
        </p:nvSpPr>
        <p:spPr>
          <a:xfrm>
            <a:off x="5532120" y="6016752"/>
            <a:ext cx="5303520" cy="146304"/>
          </a:xfrm>
          <a:prstGeom prst="rect">
            <a:avLst/>
          </a:prstGeom>
          <a:noFill/>
          <a:ln>
            <a:noFill/>
          </a:ln>
        </p:spPr>
        <p:txBody>
          <a:bodyPr wrap="none" lIns="0" rIns="0" tIns="0" bIns="0" anchor="ctr"/>
          <a:lstStyle/>
          <a:p>
            <a:pPr algn="r">
              <a:buNone/>
            </a:pPr>
            <a:r>
              <a:rPr sz="800" lang="en-US">
                <a:solidFill>
                  <a:srgbClr val="000000"/>
                </a:solidFill>
                <a:latin typeface="Open Sans"/>
                <a:ea typeface="Noto Sans SC"/>
                <a:cs typeface="Open Sans"/>
                <a:sym typeface="Open Sans"/>
              </a:rPr>
              <a:t>Copyright © 2026 NVIDIA Corporation &amp; Affiliates. All rights reserved.</a:t>
            </a:r>
            <a:endParaRPr sz="800">
              <a:solidFill>
                <a:srgbClr val="000000"/>
              </a:solidFill>
              <a:latin typeface="Open Sans"/>
              <a:ea typeface="Noto Sans SC"/>
              <a:cs typeface="Open Sans"/>
              <a:sym typeface="Open Sans"/>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Gallery">
  <a:themeElements>
    <a:clrScheme name="Gallery">
      <a:dk1>
        <a:srgbClr val="000000"/>
      </a:dk1>
      <a:lt1>
        <a:srgbClr val="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amp; Bullet">
  <a:themeElements>
    <a:clrScheme name="2015 WHITE Template">
      <a:dk1>
        <a:srgbClr val="B3B3B3"/>
      </a:dk1>
      <a:lt1>
        <a:srgbClr val="FFFFFF"/>
      </a:lt1>
      <a:dk2>
        <a:srgbClr val="000000"/>
      </a:dk2>
      <a:lt2>
        <a:srgbClr val="76B900"/>
      </a:lt2>
      <a:accent1>
        <a:srgbClr val="0071C5"/>
      </a:accent1>
      <a:accent2>
        <a:srgbClr val="007450"/>
      </a:accent2>
      <a:accent3>
        <a:srgbClr val="9A4216"/>
      </a:accent3>
      <a:accent4>
        <a:srgbClr val="505050"/>
      </a:accent4>
      <a:accent5>
        <a:srgbClr val="9E1212"/>
      </a:accent5>
      <a:accent6>
        <a:srgbClr val="0D3481"/>
      </a:accent6>
      <a:hlink>
        <a:srgbClr val="76B900"/>
      </a:hlink>
      <a:folHlink>
        <a:srgbClr val="004827"/>
      </a:folHlink>
    </a:clrScheme>
    <a:fontScheme name="Office">
      <a:majorFont>
        <a:latin typeface="Open Sans"/>
        <a:ea typeface="Noto Sans SC"/>
        <a:cs typeface="Open Sans"/>
        <a:font script="Jpan" typeface="ＭＳ Ｐゴシック"/>
        <a:font script="Hang" typeface="맑은 고딕"/>
        <a:font script="Hans" typeface="Noto Sans SC"/>
        <a:font script="Hant" typeface="Noto Sans SC"/>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Open Sans"/>
        <a:ea typeface="Noto Sans SC"/>
        <a:cs typeface="Open Sans"/>
        <a:font script="Jpan" typeface="ＭＳ Ｐゴシック"/>
        <a:font script="Hang" typeface="맑은 고딕"/>
        <a:font script="Hans" typeface="Noto Sans SC"/>
        <a:font script="Hant" typeface="Noto Sans SC"/>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2020-08-28T22:46:04Z</dcterms:created>
  <dc:creator>Danielle Detering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b558183-044c-4105-8d9c-cea02a2a3d86_Enabled">
    <vt:lpwstr>True</vt:lpwstr>
  </property>
  <property fmtid="{D5CDD505-2E9C-101B-9397-08002B2CF9AE}" pid="3" name="MSIP_Label_6b558183-044c-4105-8d9c-cea02a2a3d86_SiteId">
    <vt:lpwstr>43083d15-7273-40c1-b7db-39efd9ccc17a</vt:lpwstr>
  </property>
  <property fmtid="{D5CDD505-2E9C-101B-9397-08002B2CF9AE}" pid="4" name="MSIP_Label_6b558183-044c-4105-8d9c-cea02a2a3d86_Owner">
    <vt:lpwstr>ddetering@nvidia.com</vt:lpwstr>
  </property>
  <property fmtid="{D5CDD505-2E9C-101B-9397-08002B2CF9AE}" pid="5" name="MSIP_Label_6b558183-044c-4105-8d9c-cea02a2a3d86_SetDate">
    <vt:lpwstr>2020-08-29T06:14:18.1000356Z</vt:lpwstr>
  </property>
  <property fmtid="{D5CDD505-2E9C-101B-9397-08002B2CF9AE}" pid="6" name="MSIP_Label_6b558183-044c-4105-8d9c-cea02a2a3d86_Name">
    <vt:lpwstr>Unrestricted</vt:lpwstr>
  </property>
  <property fmtid="{D5CDD505-2E9C-101B-9397-08002B2CF9AE}" pid="7" name="MSIP_Label_6b558183-044c-4105-8d9c-cea02a2a3d86_Application">
    <vt:lpwstr>Microsoft Azure Information Protection</vt:lpwstr>
  </property>
  <property fmtid="{D5CDD505-2E9C-101B-9397-08002B2CF9AE}" pid="8" name="MSIP_Label_6b558183-044c-4105-8d9c-cea02a2a3d86_Extended_MSFT_Method">
    <vt:lpwstr>Automatic</vt:lpwstr>
  </property>
  <property fmtid="{D5CDD505-2E9C-101B-9397-08002B2CF9AE}" pid="9" name="Sensitivity">
    <vt:lpwstr>Unrestricted</vt:lpwstr>
  </property>
  <property fmtid="{D5CDD505-2E9C-101B-9397-08002B2CF9AE}" pid="10" name="ContentTypeId">
    <vt:lpwstr>0x01010004CF33B71089DC448F3A861CCE49DD4C</vt:lpwstr>
  </property>
</Properties>
</file>